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0" r:id="rId6"/>
    <p:sldId id="259" r:id="rId7"/>
    <p:sldId id="265" r:id="rId8"/>
    <p:sldId id="384" r:id="rId9"/>
    <p:sldId id="262" r:id="rId10"/>
    <p:sldId id="383" r:id="rId11"/>
    <p:sldId id="389" r:id="rId12"/>
    <p:sldId id="273" r:id="rId13"/>
    <p:sldId id="385" r:id="rId14"/>
    <p:sldId id="388" r:id="rId15"/>
    <p:sldId id="387" r:id="rId16"/>
    <p:sldId id="386"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AC5D"/>
    <a:srgbClr val="C5CC9C"/>
    <a:srgbClr val="4A4949"/>
    <a:srgbClr val="7F9026"/>
    <a:srgbClr val="2DB7C2"/>
    <a:srgbClr val="CD1719"/>
    <a:srgbClr val="BF80A5"/>
    <a:srgbClr val="FFC81C"/>
    <a:srgbClr val="FA9D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p:scale>
          <a:sx n="100" d="100"/>
          <a:sy n="100" d="100"/>
        </p:scale>
        <p:origin x="1248" y="4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35996177356624E-2"/>
          <c:y val="7.6437781079668671E-2"/>
          <c:w val="0.57697683483629258"/>
          <c:h val="0.72650512227547448"/>
        </c:manualLayout>
      </c:layout>
      <c:doughnutChart>
        <c:varyColors val="1"/>
        <c:ser>
          <c:idx val="0"/>
          <c:order val="0"/>
          <c:tx>
            <c:strRef>
              <c:f>Feuil1!$B$1</c:f>
              <c:strCache>
                <c:ptCount val="1"/>
                <c:pt idx="0">
                  <c:v>sectat</c:v>
                </c:pt>
              </c:strCache>
            </c:strRef>
          </c:tx>
          <c:spPr>
            <a:effectLst>
              <a:outerShdw blurRad="88900" sx="102000" sy="102000" algn="ctr" rotWithShape="0">
                <a:schemeClr val="bg1">
                  <a:alpha val="30000"/>
                </a:schemeClr>
              </a:outerShdw>
            </a:effectLst>
          </c:spPr>
          <c:dPt>
            <c:idx val="2"/>
            <c:bubble3D val="0"/>
            <c:explosion val="21"/>
            <c:extLst>
              <c:ext xmlns:c16="http://schemas.microsoft.com/office/drawing/2014/chart" uri="{C3380CC4-5D6E-409C-BE32-E72D297353CC}">
                <c16:uniqueId val="{00000001-B52A-4614-92B6-2A16AC8D93BA}"/>
              </c:ext>
            </c:extLst>
          </c:dPt>
          <c:dLbls>
            <c:dLbl>
              <c:idx val="3"/>
              <c:spPr>
                <a:noFill/>
                <a:ln>
                  <a:noFill/>
                </a:ln>
                <a:effectLst/>
              </c:spPr>
              <c:txPr>
                <a:bodyPr wrap="square" lIns="38100" tIns="19050" rIns="38100" bIns="19050" anchor="ctr">
                  <a:spAutoFit/>
                </a:bodyPr>
                <a:lstStyle/>
                <a:p>
                  <a:pPr>
                    <a:defRPr sz="1400" b="0">
                      <a:solidFill>
                        <a:schemeClr val="tx1">
                          <a:lumMod val="85000"/>
                          <a:lumOff val="15000"/>
                        </a:schemeClr>
                      </a:solidFill>
                    </a:defRPr>
                  </a:pPr>
                  <a:endParaRPr lang="fr-FR"/>
                </a:p>
              </c:txPr>
              <c:showLegendKey val="0"/>
              <c:showVal val="1"/>
              <c:showCatName val="0"/>
              <c:showSerName val="0"/>
              <c:showPercent val="0"/>
              <c:showBubbleSize val="0"/>
              <c:extLst>
                <c:ext xmlns:c16="http://schemas.microsoft.com/office/drawing/2014/chart" uri="{C3380CC4-5D6E-409C-BE32-E72D297353CC}">
                  <c16:uniqueId val="{00000001-9292-45CE-8868-C6ED8D0DD273}"/>
                </c:ext>
              </c:extLst>
            </c:dLbl>
            <c:spPr>
              <a:noFill/>
              <a:ln>
                <a:noFill/>
              </a:ln>
              <a:effectLst/>
            </c:spPr>
            <c:txPr>
              <a:bodyPr wrap="square" lIns="38100" tIns="19050" rIns="38100" bIns="19050" anchor="ctr">
                <a:spAutoFit/>
              </a:bodyPr>
              <a:lstStyle/>
              <a:p>
                <a:pPr>
                  <a:defRPr sz="1400" b="0">
                    <a:solidFill>
                      <a:schemeClr val="bg1"/>
                    </a:solidFill>
                  </a:defRPr>
                </a:pPr>
                <a:endParaRPr lang="fr-FR"/>
              </a:p>
            </c:txPr>
            <c:showLegendKey val="0"/>
            <c:showVal val="1"/>
            <c:showCatName val="0"/>
            <c:showSerName val="0"/>
            <c:showPercent val="0"/>
            <c:showBubbleSize val="0"/>
            <c:showLeaderLines val="1"/>
            <c:extLst>
              <c:ext xmlns:c15="http://schemas.microsoft.com/office/drawing/2012/chart" uri="{CE6537A1-D6FC-4f65-9D91-7224C49458BB}"/>
            </c:extLst>
          </c:dLbls>
          <c:cat>
            <c:numRef>
              <c:f>Feuil1!$A$2:$A$6</c:f>
              <c:numCache>
                <c:formatCode>General</c:formatCode>
                <c:ptCount val="5"/>
                <c:pt idx="0">
                  <c:v>2023</c:v>
                </c:pt>
                <c:pt idx="1">
                  <c:v>2022</c:v>
                </c:pt>
                <c:pt idx="2">
                  <c:v>2021</c:v>
                </c:pt>
                <c:pt idx="3">
                  <c:v>2020</c:v>
                </c:pt>
                <c:pt idx="4">
                  <c:v>2019</c:v>
                </c:pt>
              </c:numCache>
            </c:numRef>
          </c:cat>
          <c:val>
            <c:numRef>
              <c:f>Feuil1!$B$2:$B$6</c:f>
              <c:numCache>
                <c:formatCode>General</c:formatCode>
                <c:ptCount val="5"/>
                <c:pt idx="0">
                  <c:v>4.3</c:v>
                </c:pt>
                <c:pt idx="1">
                  <c:v>2.5</c:v>
                </c:pt>
                <c:pt idx="2">
                  <c:v>3.5</c:v>
                </c:pt>
                <c:pt idx="3">
                  <c:v>4.5</c:v>
                </c:pt>
                <c:pt idx="4">
                  <c:v>4.5</c:v>
                </c:pt>
              </c:numCache>
            </c:numRef>
          </c:val>
          <c:extLst>
            <c:ext xmlns:c16="http://schemas.microsoft.com/office/drawing/2014/chart" uri="{C3380CC4-5D6E-409C-BE32-E72D297353CC}">
              <c16:uniqueId val="{00000002-B52A-4614-92B6-2A16AC8D93BA}"/>
            </c:ext>
          </c:extLst>
        </c:ser>
        <c:dLbls>
          <c:showLegendKey val="0"/>
          <c:showVal val="0"/>
          <c:showCatName val="0"/>
          <c:showSerName val="0"/>
          <c:showPercent val="0"/>
          <c:showBubbleSize val="0"/>
          <c:showLeaderLines val="1"/>
        </c:dLbls>
        <c:firstSliceAng val="0"/>
        <c:holeSize val="32"/>
      </c:doughnutChart>
    </c:plotArea>
    <c:legend>
      <c:legendPos val="r"/>
      <c:layout>
        <c:manualLayout>
          <c:xMode val="edge"/>
          <c:yMode val="edge"/>
          <c:x val="0.7334180966203131"/>
          <c:y val="0.23737960741758771"/>
          <c:w val="0.22708441063018489"/>
          <c:h val="0.43092062153909949"/>
        </c:manualLayout>
      </c:layout>
      <c:overlay val="1"/>
      <c:spPr>
        <a:solidFill>
          <a:schemeClr val="bg1">
            <a:alpha val="44000"/>
          </a:schemeClr>
        </a:solidFill>
      </c:spPr>
      <c:txPr>
        <a:bodyPr/>
        <a:lstStyle/>
        <a:p>
          <a:pPr>
            <a:defRPr sz="1400">
              <a:solidFill>
                <a:schemeClr val="tx2"/>
              </a:solidFill>
            </a:defRPr>
          </a:pPr>
          <a:endParaRPr lang="fr-FR"/>
        </a:p>
      </c:txPr>
    </c:legend>
    <c:plotVisOnly val="1"/>
    <c:dispBlanksAs val="gap"/>
    <c:showDLblsOverMax val="0"/>
  </c:chart>
  <c:txPr>
    <a:bodyPr/>
    <a:lstStyle/>
    <a:p>
      <a:pPr>
        <a:defRPr sz="1800"/>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Feuil1!$B$1</c:f>
              <c:strCache>
                <c:ptCount val="1"/>
                <c:pt idx="0">
                  <c:v>Série 1</c:v>
                </c:pt>
              </c:strCache>
            </c:strRef>
          </c:tx>
          <c:spPr>
            <a:solidFill>
              <a:schemeClr val="accent1"/>
            </a:solidFill>
            <a:ln>
              <a:noFill/>
            </a:ln>
            <a:effectLst/>
          </c:spPr>
          <c:invertIfNegative val="0"/>
          <c:cat>
            <c:strRef>
              <c:f>Feuil1!$A$2:$A$5</c:f>
              <c:strCache>
                <c:ptCount val="4"/>
                <c:pt idx="0">
                  <c:v>Catégorie 1</c:v>
                </c:pt>
                <c:pt idx="1">
                  <c:v>Catégorie 2</c:v>
                </c:pt>
                <c:pt idx="2">
                  <c:v>Catégorie 3</c:v>
                </c:pt>
                <c:pt idx="3">
                  <c:v>Catégorie 4</c:v>
                </c:pt>
              </c:strCache>
            </c:strRef>
          </c:cat>
          <c:val>
            <c:numRef>
              <c:f>Feuil1!$B$2:$B$5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ABC-4773-B397-A63F932DD87C}"/>
            </c:ext>
          </c:extLst>
        </c:ser>
        <c:ser>
          <c:idx val="1"/>
          <c:order val="1"/>
          <c:tx>
            <c:strRef>
              <c:f>Feuil1!$C$1</c:f>
              <c:strCache>
                <c:ptCount val="1"/>
                <c:pt idx="0">
                  <c:v>Série 2</c:v>
                </c:pt>
              </c:strCache>
            </c:strRef>
          </c:tx>
          <c:spPr>
            <a:solidFill>
              <a:schemeClr val="accent2"/>
            </a:solidFill>
            <a:ln>
              <a:noFill/>
            </a:ln>
            <a:effectLst/>
          </c:spPr>
          <c:invertIfNegative val="0"/>
          <c:cat>
            <c:strRef>
              <c:f>Feuil1!$A$2:$A$5</c:f>
              <c:strCache>
                <c:ptCount val="4"/>
                <c:pt idx="0">
                  <c:v>Catégorie 1</c:v>
                </c:pt>
                <c:pt idx="1">
                  <c:v>Catégorie 2</c:v>
                </c:pt>
                <c:pt idx="2">
                  <c:v>Catégorie 3</c:v>
                </c:pt>
                <c:pt idx="3">
                  <c:v>Catégorie 4</c:v>
                </c:pt>
              </c:strCache>
            </c:strRef>
          </c:cat>
          <c:val>
            <c:numRef>
              <c:f>Feuil1!$C$2:$C$5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ABC-4773-B397-A63F932DD87C}"/>
            </c:ext>
          </c:extLst>
        </c:ser>
        <c:ser>
          <c:idx val="2"/>
          <c:order val="2"/>
          <c:tx>
            <c:strRef>
              <c:f>Feuil1!$D$1</c:f>
              <c:strCache>
                <c:ptCount val="1"/>
                <c:pt idx="0">
                  <c:v>Série 3</c:v>
                </c:pt>
              </c:strCache>
            </c:strRef>
          </c:tx>
          <c:spPr>
            <a:solidFill>
              <a:schemeClr val="accent3"/>
            </a:solidFill>
            <a:ln>
              <a:noFill/>
            </a:ln>
            <a:effectLst/>
          </c:spPr>
          <c:invertIfNegative val="0"/>
          <c:cat>
            <c:strRef>
              <c:f>Feuil1!$A$2:$A$5</c:f>
              <c:strCache>
                <c:ptCount val="4"/>
                <c:pt idx="0">
                  <c:v>Catégorie 1</c:v>
                </c:pt>
                <c:pt idx="1">
                  <c:v>Catégorie 2</c:v>
                </c:pt>
                <c:pt idx="2">
                  <c:v>Catégorie 3</c:v>
                </c:pt>
                <c:pt idx="3">
                  <c:v>Catégorie 4</c:v>
                </c:pt>
              </c:strCache>
            </c:strRef>
          </c:cat>
          <c:val>
            <c:numRef>
              <c:f>Feuil1!$D$2:$D$5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ABC-4773-B397-A63F932DD87C}"/>
            </c:ext>
          </c:extLst>
        </c:ser>
        <c:dLbls>
          <c:showLegendKey val="0"/>
          <c:showVal val="0"/>
          <c:showCatName val="0"/>
          <c:showSerName val="0"/>
          <c:showPercent val="0"/>
          <c:showBubbleSize val="0"/>
        </c:dLbls>
        <c:gapWidth val="219"/>
        <c:overlap val="-27"/>
        <c:axId val="601691215"/>
        <c:axId val="2104484799"/>
      </c:barChart>
      <c:catAx>
        <c:axId val="6016912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104484799"/>
        <c:crosses val="autoZero"/>
        <c:auto val="1"/>
        <c:lblAlgn val="ctr"/>
        <c:lblOffset val="100"/>
        <c:noMultiLvlLbl val="0"/>
      </c:catAx>
      <c:valAx>
        <c:axId val="21044847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016912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section generique">
    <p:bg>
      <p:bgPr>
        <a:solidFill>
          <a:schemeClr val="bg1"/>
        </a:solidFill>
        <a:effectLst/>
      </p:bgPr>
    </p:bg>
    <p:spTree>
      <p:nvGrpSpPr>
        <p:cNvPr id="1" name=""/>
        <p:cNvGrpSpPr/>
        <p:nvPr/>
      </p:nvGrpSpPr>
      <p:grpSpPr>
        <a:xfrm>
          <a:off x="0" y="0"/>
          <a:ext cx="0" cy="0"/>
          <a:chOff x="0" y="0"/>
          <a:chExt cx="0" cy="0"/>
        </a:xfrm>
      </p:grpSpPr>
      <p:sp>
        <p:nvSpPr>
          <p:cNvPr id="29" name="Forme libre : forme 28">
            <a:extLst>
              <a:ext uri="{FF2B5EF4-FFF2-40B4-BE49-F238E27FC236}">
                <a16:creationId xmlns:a16="http://schemas.microsoft.com/office/drawing/2014/main" id="{8926A403-1CAE-7316-E374-C6B9D920D35C}"/>
              </a:ext>
            </a:extLst>
          </p:cNvPr>
          <p:cNvSpPr/>
          <p:nvPr userDrawn="1"/>
        </p:nvSpPr>
        <p:spPr>
          <a:xfrm>
            <a:off x="5318759" y="3624943"/>
            <a:ext cx="6873241" cy="1316482"/>
          </a:xfrm>
          <a:custGeom>
            <a:avLst/>
            <a:gdLst>
              <a:gd name="connsiteX0" fmla="*/ 230698 w 6904411"/>
              <a:gd name="connsiteY0" fmla="*/ 0 h 1316482"/>
              <a:gd name="connsiteX1" fmla="*/ 6904411 w 6904411"/>
              <a:gd name="connsiteY1" fmla="*/ 0 h 1316482"/>
              <a:gd name="connsiteX2" fmla="*/ 6904411 w 6904411"/>
              <a:gd name="connsiteY2" fmla="*/ 1316482 h 1316482"/>
              <a:gd name="connsiteX3" fmla="*/ 0 w 6904411"/>
              <a:gd name="connsiteY3" fmla="*/ 1316482 h 1316482"/>
              <a:gd name="connsiteX4" fmla="*/ 32840 w 6904411"/>
              <a:gd name="connsiteY4" fmla="*/ 1248311 h 1316482"/>
              <a:gd name="connsiteX5" fmla="*/ 241534 w 6904411"/>
              <a:gd name="connsiteY5" fmla="*/ 214610 h 1316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4411" h="1316482">
                <a:moveTo>
                  <a:pt x="230698" y="0"/>
                </a:moveTo>
                <a:lnTo>
                  <a:pt x="6904411" y="0"/>
                </a:lnTo>
                <a:lnTo>
                  <a:pt x="6904411" y="1316482"/>
                </a:lnTo>
                <a:lnTo>
                  <a:pt x="0" y="1316482"/>
                </a:lnTo>
                <a:lnTo>
                  <a:pt x="32840" y="1248311"/>
                </a:lnTo>
                <a:cubicBezTo>
                  <a:pt x="167223" y="930593"/>
                  <a:pt x="241534" y="581280"/>
                  <a:pt x="241534" y="214610"/>
                </a:cubicBezTo>
                <a:close/>
              </a:path>
            </a:pathLst>
          </a:custGeom>
          <a:gradFill>
            <a:gsLst>
              <a:gs pos="30000">
                <a:srgbClr val="3BBCC6"/>
              </a:gs>
              <a:gs pos="20000">
                <a:srgbClr val="69CCD4"/>
              </a:gs>
              <a:gs pos="78000">
                <a:schemeClr val="accent2"/>
              </a:gs>
              <a:gs pos="11000">
                <a:srgbClr val="A4E0E5">
                  <a:alpha val="48000"/>
                </a:srgbClr>
              </a:gs>
              <a:gs pos="2000">
                <a:schemeClr val="bg1">
                  <a:alpha val="0"/>
                </a:schemeClr>
              </a:gs>
            </a:gsLst>
            <a:lin ang="12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prstClr val="white"/>
              </a:solidFill>
            </a:endParaRPr>
          </a:p>
        </p:txBody>
      </p:sp>
      <p:pic>
        <p:nvPicPr>
          <p:cNvPr id="14" name="Image 13" descr="Une image contenant horloge, regarder, Instrument de mesure&#10;&#10;Description générée automatiquement">
            <a:extLst>
              <a:ext uri="{FF2B5EF4-FFF2-40B4-BE49-F238E27FC236}">
                <a16:creationId xmlns:a16="http://schemas.microsoft.com/office/drawing/2014/main" id="{4851E8CC-C861-0529-BED0-7550DCD3772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2" t="-193" r="684" b="23"/>
          <a:stretch/>
        </p:blipFill>
        <p:spPr>
          <a:xfrm>
            <a:off x="0" y="74760"/>
            <a:ext cx="7734300" cy="6232929"/>
          </a:xfrm>
          <a:custGeom>
            <a:avLst/>
            <a:gdLst>
              <a:gd name="connsiteX0" fmla="*/ 0 w 7734300"/>
              <a:gd name="connsiteY0" fmla="*/ 0 h 6232929"/>
              <a:gd name="connsiteX1" fmla="*/ 5555254 w 7734300"/>
              <a:gd name="connsiteY1" fmla="*/ 0 h 6232929"/>
              <a:gd name="connsiteX2" fmla="*/ 4535828 w 7734300"/>
              <a:gd name="connsiteY2" fmla="*/ 5188670 h 6232929"/>
              <a:gd name="connsiteX3" fmla="*/ 7734300 w 7734300"/>
              <a:gd name="connsiteY3" fmla="*/ 5188670 h 6232929"/>
              <a:gd name="connsiteX4" fmla="*/ 7734300 w 7734300"/>
              <a:gd name="connsiteY4" fmla="*/ 6232929 h 6232929"/>
              <a:gd name="connsiteX5" fmla="*/ 0 w 7734300"/>
              <a:gd name="connsiteY5" fmla="*/ 6232929 h 623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34300" h="6232929">
                <a:moveTo>
                  <a:pt x="0" y="0"/>
                </a:moveTo>
                <a:lnTo>
                  <a:pt x="5555254" y="0"/>
                </a:lnTo>
                <a:lnTo>
                  <a:pt x="4535828" y="5188670"/>
                </a:lnTo>
                <a:lnTo>
                  <a:pt x="7734300" y="5188670"/>
                </a:lnTo>
                <a:lnTo>
                  <a:pt x="7734300" y="6232929"/>
                </a:lnTo>
                <a:lnTo>
                  <a:pt x="0" y="6232929"/>
                </a:lnTo>
                <a:close/>
              </a:path>
            </a:pathLst>
          </a:custGeom>
        </p:spPr>
      </p:pic>
      <p:pic>
        <p:nvPicPr>
          <p:cNvPr id="16" name="Image 15" descr="Une image contenant capture d’écran, Rectangle, noir, noir et blanc&#10;&#10;Description générée automatiquement">
            <a:extLst>
              <a:ext uri="{FF2B5EF4-FFF2-40B4-BE49-F238E27FC236}">
                <a16:creationId xmlns:a16="http://schemas.microsoft.com/office/drawing/2014/main" id="{171588A0-86FC-639D-BA48-3E99CC704A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05771" y="5265614"/>
            <a:ext cx="4342857" cy="1028571"/>
          </a:xfrm>
          <a:prstGeom prst="rect">
            <a:avLst/>
          </a:prstGeom>
        </p:spPr>
      </p:pic>
      <p:sp>
        <p:nvSpPr>
          <p:cNvPr id="18" name="Espace réservé du texte 17">
            <a:extLst>
              <a:ext uri="{FF2B5EF4-FFF2-40B4-BE49-F238E27FC236}">
                <a16:creationId xmlns:a16="http://schemas.microsoft.com/office/drawing/2014/main" id="{5891D6D2-15EC-475B-B70B-717E1D90F1F6}"/>
              </a:ext>
            </a:extLst>
          </p:cNvPr>
          <p:cNvSpPr>
            <a:spLocks noGrp="1"/>
          </p:cNvSpPr>
          <p:nvPr userDrawn="1">
            <p:ph type="body" sz="quarter" idx="10"/>
          </p:nvPr>
        </p:nvSpPr>
        <p:spPr>
          <a:xfrm>
            <a:off x="6204802" y="4401333"/>
            <a:ext cx="5722162" cy="313932"/>
          </a:xfrm>
        </p:spPr>
        <p:txBody>
          <a:bodyPr/>
          <a:lstStyle>
            <a:lvl1pPr marL="0" indent="0" algn="l">
              <a:buNone/>
              <a:defRPr sz="1600" b="0">
                <a:solidFill>
                  <a:schemeClr val="bg1"/>
                </a:solidFill>
              </a:defRPr>
            </a:lvl1pPr>
            <a:lvl2pPr marL="0" indent="0">
              <a:spcBef>
                <a:spcPts val="1200"/>
              </a:spcBef>
              <a:buClrTx/>
              <a:buFont typeface="Arial" panose="020B0604020202020204" pitchFamily="34" charset="0"/>
              <a:buNone/>
              <a:defRPr sz="1800">
                <a:solidFill>
                  <a:schemeClr val="bg1"/>
                </a:solidFill>
              </a:defRPr>
            </a:lvl2pPr>
            <a:lvl3pPr marL="449263" indent="-179388" defTabSz="449263">
              <a:buClrTx/>
              <a:buFont typeface="Calibri" panose="020F0502020204030204" pitchFamily="34" charset="0"/>
              <a:buChar char="‒"/>
              <a:defRPr sz="1600">
                <a:solidFill>
                  <a:schemeClr val="bg1"/>
                </a:solidFill>
              </a:defRPr>
            </a:lvl3pPr>
            <a:lvl4pPr marL="684000" indent="-142875">
              <a:buClrTx/>
              <a:buFont typeface="Arial" panose="020B0604020202020204" pitchFamily="34" charset="0"/>
              <a:buChar char="•"/>
              <a:defRPr sz="1400">
                <a:solidFill>
                  <a:schemeClr val="bg1"/>
                </a:solidFill>
              </a:defRPr>
            </a:lvl4pPr>
            <a:lvl5pPr marL="936000" indent="-144000">
              <a:buClrTx/>
              <a:buFont typeface="Calibri" panose="020F0502020204030204" pitchFamily="34" charset="0"/>
              <a:buChar char="‒"/>
              <a:defRPr sz="1200">
                <a:solidFill>
                  <a:schemeClr val="bg1"/>
                </a:solidFill>
              </a:defRPr>
            </a:lvl5pPr>
          </a:lstStyle>
          <a:p>
            <a:pPr lvl="0"/>
            <a:r>
              <a:rPr lang="fr-FR"/>
              <a:t>Cliquez pour modifier les styles du texte du masque</a:t>
            </a:r>
          </a:p>
        </p:txBody>
      </p:sp>
      <p:sp>
        <p:nvSpPr>
          <p:cNvPr id="22" name="Rectangle 21">
            <a:extLst>
              <a:ext uri="{FF2B5EF4-FFF2-40B4-BE49-F238E27FC236}">
                <a16:creationId xmlns:a16="http://schemas.microsoft.com/office/drawing/2014/main" id="{8F797695-0951-066B-7910-433A8998844B}"/>
              </a:ext>
            </a:extLst>
          </p:cNvPr>
          <p:cNvSpPr/>
          <p:nvPr userDrawn="1"/>
        </p:nvSpPr>
        <p:spPr>
          <a:xfrm>
            <a:off x="0" y="0"/>
            <a:ext cx="12192000" cy="90000"/>
          </a:xfrm>
          <a:prstGeom prst="rect">
            <a:avLst/>
          </a:prstGeom>
          <a:gradFill flip="none" rotWithShape="1">
            <a:gsLst>
              <a:gs pos="79000">
                <a:srgbClr val="E2E6CE">
                  <a:alpha val="78000"/>
                </a:srgbClr>
              </a:gs>
              <a:gs pos="69000">
                <a:srgbClr val="A4B064"/>
              </a:gs>
              <a:gs pos="61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2" name="Rectangle 11">
            <a:extLst>
              <a:ext uri="{FF2B5EF4-FFF2-40B4-BE49-F238E27FC236}">
                <a16:creationId xmlns:a16="http://schemas.microsoft.com/office/drawing/2014/main" id="{3FA845F2-F56C-D954-3C16-AD4C31C39997}"/>
              </a:ext>
            </a:extLst>
          </p:cNvPr>
          <p:cNvSpPr/>
          <p:nvPr userDrawn="1"/>
        </p:nvSpPr>
        <p:spPr>
          <a:xfrm>
            <a:off x="0" y="6219976"/>
            <a:ext cx="12192000" cy="90000"/>
          </a:xfrm>
          <a:prstGeom prst="rect">
            <a:avLst/>
          </a:prstGeom>
          <a:solidFill>
            <a:schemeClr val="accent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9" name="Image 18" descr="Une image contenant horloge, regarder, Instrument de mesure&#10;&#10;Description générée automatiquement">
            <a:extLst>
              <a:ext uri="{FF2B5EF4-FFF2-40B4-BE49-F238E27FC236}">
                <a16:creationId xmlns:a16="http://schemas.microsoft.com/office/drawing/2014/main" id="{962C7908-E633-CA81-F0EC-6ED3221F53D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3878" t="20586" r="33995" b="1147"/>
          <a:stretch/>
        </p:blipFill>
        <p:spPr>
          <a:xfrm>
            <a:off x="265036" y="1367644"/>
            <a:ext cx="4862251" cy="4870029"/>
          </a:xfrm>
          <a:prstGeom prst="ellipse">
            <a:avLst/>
          </a:prstGeom>
        </p:spPr>
      </p:pic>
      <p:pic>
        <p:nvPicPr>
          <p:cNvPr id="10" name="Image 9" descr="Une image contenant cercle, obscurité, espace, noir&#10;&#10;Description générée automatiquement">
            <a:extLst>
              <a:ext uri="{FF2B5EF4-FFF2-40B4-BE49-F238E27FC236}">
                <a16:creationId xmlns:a16="http://schemas.microsoft.com/office/drawing/2014/main" id="{C825FD4F-1A02-1AAB-855F-F311C56192AB}"/>
              </a:ext>
            </a:extLst>
          </p:cNvPr>
          <p:cNvPicPr>
            <a:picLocks noChangeAspect="1"/>
          </p:cNvPicPr>
          <p:nvPr userDrawn="1"/>
        </p:nvPicPr>
        <p:blipFill rotWithShape="1">
          <a:blip r:embed="rId4">
            <a:alphaModFix amt="53000"/>
            <a:extLst>
              <a:ext uri="{28A0092B-C50C-407E-A947-70E740481C1C}">
                <a14:useLocalDpi xmlns:a14="http://schemas.microsoft.com/office/drawing/2010/main" val="0"/>
              </a:ext>
            </a:extLst>
          </a:blip>
          <a:srcRect l="2984"/>
          <a:stretch/>
        </p:blipFill>
        <p:spPr>
          <a:xfrm>
            <a:off x="0" y="981126"/>
            <a:ext cx="5546232" cy="5716854"/>
          </a:xfrm>
          <a:prstGeom prst="rect">
            <a:avLst/>
          </a:prstGeom>
        </p:spPr>
      </p:pic>
      <p:grpSp>
        <p:nvGrpSpPr>
          <p:cNvPr id="30" name="Groupe 29">
            <a:extLst>
              <a:ext uri="{FF2B5EF4-FFF2-40B4-BE49-F238E27FC236}">
                <a16:creationId xmlns:a16="http://schemas.microsoft.com/office/drawing/2014/main" id="{BED74215-6E0D-6457-8A19-F0D06E71ACAA}"/>
              </a:ext>
            </a:extLst>
          </p:cNvPr>
          <p:cNvGrpSpPr/>
          <p:nvPr userDrawn="1"/>
        </p:nvGrpSpPr>
        <p:grpSpPr>
          <a:xfrm>
            <a:off x="6980935" y="353944"/>
            <a:ext cx="4607477" cy="1052746"/>
            <a:chOff x="7927906" y="300604"/>
            <a:chExt cx="3660506" cy="836376"/>
          </a:xfrm>
        </p:grpSpPr>
        <p:pic>
          <p:nvPicPr>
            <p:cNvPr id="23" name="Image 22" descr="Une image contenant texte, Police, Graphique, graphisme&#10;&#10;Description générée automatiquement">
              <a:extLst>
                <a:ext uri="{FF2B5EF4-FFF2-40B4-BE49-F238E27FC236}">
                  <a16:creationId xmlns:a16="http://schemas.microsoft.com/office/drawing/2014/main" id="{8E6F1C22-3BC3-9802-E6EF-8DE086E6EFD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927906" y="300604"/>
              <a:ext cx="3660506" cy="695441"/>
            </a:xfrm>
            <a:prstGeom prst="rect">
              <a:avLst/>
            </a:prstGeom>
          </p:spPr>
        </p:pic>
        <p:sp>
          <p:nvSpPr>
            <p:cNvPr id="24" name="Parallélogramme 23">
              <a:extLst>
                <a:ext uri="{FF2B5EF4-FFF2-40B4-BE49-F238E27FC236}">
                  <a16:creationId xmlns:a16="http://schemas.microsoft.com/office/drawing/2014/main" id="{32A0823C-6E90-4984-FFCC-2DE87CE70850}"/>
                </a:ext>
              </a:extLst>
            </p:cNvPr>
            <p:cNvSpPr/>
            <p:nvPr userDrawn="1"/>
          </p:nvSpPr>
          <p:spPr>
            <a:xfrm>
              <a:off x="8798041" y="1104580"/>
              <a:ext cx="2790371" cy="32400"/>
            </a:xfrm>
            <a:prstGeom prst="parallelogram">
              <a:avLst/>
            </a:prstGeom>
            <a:gradFill>
              <a:gsLst>
                <a:gs pos="100000">
                  <a:schemeClr val="bg1">
                    <a:alpha val="0"/>
                  </a:schemeClr>
                </a:gs>
                <a:gs pos="85000">
                  <a:srgbClr val="E99798">
                    <a:alpha val="64000"/>
                  </a:srgbClr>
                </a:gs>
                <a:gs pos="35000">
                  <a:schemeClr val="accent3"/>
                </a:gs>
              </a:gsLst>
              <a:lin ang="12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grpSp>
      <p:pic>
        <p:nvPicPr>
          <p:cNvPr id="25" name="Image 24" descr="Une image contenant texte, Police, capture d’écran, Graphique&#10;&#10;Description générée automatiquement">
            <a:extLst>
              <a:ext uri="{FF2B5EF4-FFF2-40B4-BE49-F238E27FC236}">
                <a16:creationId xmlns:a16="http://schemas.microsoft.com/office/drawing/2014/main" id="{1104A102-191D-1F79-8276-2B4F9B697C4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777944" y="1844239"/>
            <a:ext cx="3998640" cy="1451508"/>
          </a:xfrm>
          <a:prstGeom prst="rect">
            <a:avLst/>
          </a:prstGeom>
        </p:spPr>
      </p:pic>
      <p:sp>
        <p:nvSpPr>
          <p:cNvPr id="2" name="Title 1"/>
          <p:cNvSpPr>
            <a:spLocks noGrp="1"/>
          </p:cNvSpPr>
          <p:nvPr userDrawn="1">
            <p:ph type="title"/>
          </p:nvPr>
        </p:nvSpPr>
        <p:spPr>
          <a:xfrm>
            <a:off x="6204802" y="3828357"/>
            <a:ext cx="5722162" cy="480131"/>
          </a:xfrm>
        </p:spPr>
        <p:txBody>
          <a:bodyPr wrap="square" anchor="b">
            <a:spAutoFit/>
          </a:bodyPr>
          <a:lstStyle>
            <a:lvl1pPr algn="l">
              <a:lnSpc>
                <a:spcPct val="90000"/>
              </a:lnSpc>
              <a:spcBef>
                <a:spcPts val="0"/>
              </a:spcBef>
              <a:defRPr sz="2800" b="1" cap="none" baseline="0">
                <a:solidFill>
                  <a:schemeClr val="bg1"/>
                </a:solidFill>
                <a:latin typeface="+mj-lt"/>
              </a:defRPr>
            </a:lvl1pPr>
          </a:lstStyle>
          <a:p>
            <a:r>
              <a:rPr lang="fr-FR" dirty="0"/>
              <a:t>Modifiez le style du titre</a:t>
            </a:r>
            <a:endParaRPr lang="en-US" dirty="0"/>
          </a:p>
        </p:txBody>
      </p:sp>
      <p:pic>
        <p:nvPicPr>
          <p:cNvPr id="31" name="Graphique 30">
            <a:extLst>
              <a:ext uri="{FF2B5EF4-FFF2-40B4-BE49-F238E27FC236}">
                <a16:creationId xmlns:a16="http://schemas.microsoft.com/office/drawing/2014/main" id="{BF712504-D75D-ADCD-CB87-C5940C63D228}"/>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776584" y="6420115"/>
            <a:ext cx="1008000" cy="292840"/>
          </a:xfrm>
          <a:prstGeom prst="rect">
            <a:avLst/>
          </a:prstGeom>
        </p:spPr>
      </p:pic>
    </p:spTree>
    <p:extLst>
      <p:ext uri="{BB962C8B-B14F-4D97-AF65-F5344CB8AC3E}">
        <p14:creationId xmlns:p14="http://schemas.microsoft.com/office/powerpoint/2010/main" val="643399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presenation">
    <p:bg>
      <p:bgPr>
        <a:solidFill>
          <a:schemeClr val="bg1"/>
        </a:solidFill>
        <a:effectLst/>
      </p:bgPr>
    </p:bg>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7904BB6B-1459-1B5A-A8CA-DC67B8F55615}"/>
              </a:ext>
            </a:extLst>
          </p:cNvPr>
          <p:cNvSpPr/>
          <p:nvPr userDrawn="1"/>
        </p:nvSpPr>
        <p:spPr>
          <a:xfrm>
            <a:off x="4637313" y="1834436"/>
            <a:ext cx="7554687" cy="3106990"/>
          </a:xfrm>
          <a:custGeom>
            <a:avLst/>
            <a:gdLst>
              <a:gd name="connsiteX0" fmla="*/ 0 w 6938490"/>
              <a:gd name="connsiteY0" fmla="*/ 0 h 3106990"/>
              <a:gd name="connsiteX1" fmla="*/ 6938490 w 6938490"/>
              <a:gd name="connsiteY1" fmla="*/ 0 h 3106990"/>
              <a:gd name="connsiteX2" fmla="*/ 6938490 w 6938490"/>
              <a:gd name="connsiteY2" fmla="*/ 3106990 h 3106990"/>
              <a:gd name="connsiteX3" fmla="*/ 536851 w 6938490"/>
              <a:gd name="connsiteY3" fmla="*/ 3106990 h 3106990"/>
              <a:gd name="connsiteX4" fmla="*/ 604273 w 6938490"/>
              <a:gd name="connsiteY4" fmla="*/ 2922779 h 3106990"/>
              <a:gd name="connsiteX5" fmla="*/ 743011 w 6938490"/>
              <a:gd name="connsiteY5" fmla="*/ 2005117 h 3106990"/>
              <a:gd name="connsiteX6" fmla="*/ 38334 w 6938490"/>
              <a:gd name="connsiteY6" fmla="*/ 42178 h 310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38490" h="3106990">
                <a:moveTo>
                  <a:pt x="0" y="0"/>
                </a:moveTo>
                <a:lnTo>
                  <a:pt x="6938490" y="0"/>
                </a:lnTo>
                <a:lnTo>
                  <a:pt x="6938490" y="3106990"/>
                </a:lnTo>
                <a:lnTo>
                  <a:pt x="536851" y="3106990"/>
                </a:lnTo>
                <a:lnTo>
                  <a:pt x="604273" y="2922779"/>
                </a:lnTo>
                <a:cubicBezTo>
                  <a:pt x="694438" y="2632890"/>
                  <a:pt x="743011" y="2324676"/>
                  <a:pt x="743011" y="2005117"/>
                </a:cubicBezTo>
                <a:cubicBezTo>
                  <a:pt x="743011" y="1259480"/>
                  <a:pt x="478560" y="575609"/>
                  <a:pt x="38334" y="42178"/>
                </a:cubicBezTo>
                <a:close/>
              </a:path>
            </a:pathLst>
          </a:custGeom>
          <a:gradFill flip="none" rotWithShape="1">
            <a:gsLst>
              <a:gs pos="53000">
                <a:srgbClr val="34B9C4"/>
              </a:gs>
              <a:gs pos="38000">
                <a:srgbClr val="3BBCC6">
                  <a:alpha val="77000"/>
                </a:srgbClr>
              </a:gs>
              <a:gs pos="23000">
                <a:srgbClr val="69CCD4">
                  <a:alpha val="86000"/>
                </a:srgbClr>
              </a:gs>
              <a:gs pos="78000">
                <a:schemeClr val="accent2"/>
              </a:gs>
              <a:gs pos="0">
                <a:schemeClr val="bg1">
                  <a:alpha val="0"/>
                </a:schemeClr>
              </a:gs>
            </a:gsLst>
            <a:lin ang="21000000" scaled="0"/>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prstClr val="white"/>
              </a:solidFill>
            </a:endParaRPr>
          </a:p>
        </p:txBody>
      </p:sp>
      <p:sp>
        <p:nvSpPr>
          <p:cNvPr id="6" name="Parallélogramme 5">
            <a:extLst>
              <a:ext uri="{FF2B5EF4-FFF2-40B4-BE49-F238E27FC236}">
                <a16:creationId xmlns:a16="http://schemas.microsoft.com/office/drawing/2014/main" id="{D8A2DF8B-F2AB-D9D9-9AB2-EE890473C6C3}"/>
              </a:ext>
            </a:extLst>
          </p:cNvPr>
          <p:cNvSpPr/>
          <p:nvPr userDrawn="1"/>
        </p:nvSpPr>
        <p:spPr>
          <a:xfrm>
            <a:off x="8542177" y="207344"/>
            <a:ext cx="1057275" cy="836294"/>
          </a:xfrm>
          <a:prstGeom prst="parallelogram">
            <a:avLst/>
          </a:prstGeom>
          <a:gradFill>
            <a:gsLst>
              <a:gs pos="17000">
                <a:schemeClr val="bg1">
                  <a:alpha val="0"/>
                </a:schemeClr>
              </a:gs>
              <a:gs pos="90000">
                <a:schemeClr val="accent1">
                  <a:alpha val="59000"/>
                </a:schemeClr>
              </a:gs>
            </a:gsLst>
            <a:lin ang="6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4" name="Image 13" descr="Une image contenant horloge, regarder, Instrument de mesure&#10;&#10;Description générée automatiquement">
            <a:extLst>
              <a:ext uri="{FF2B5EF4-FFF2-40B4-BE49-F238E27FC236}">
                <a16:creationId xmlns:a16="http://schemas.microsoft.com/office/drawing/2014/main" id="{4851E8CC-C861-0529-BED0-7550DCD3772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2" t="-193" r="684" b="23"/>
          <a:stretch/>
        </p:blipFill>
        <p:spPr>
          <a:xfrm>
            <a:off x="0" y="74760"/>
            <a:ext cx="7734300" cy="6232929"/>
          </a:xfrm>
          <a:custGeom>
            <a:avLst/>
            <a:gdLst>
              <a:gd name="connsiteX0" fmla="*/ 0 w 7734300"/>
              <a:gd name="connsiteY0" fmla="*/ 0 h 6232929"/>
              <a:gd name="connsiteX1" fmla="*/ 5555254 w 7734300"/>
              <a:gd name="connsiteY1" fmla="*/ 0 h 6232929"/>
              <a:gd name="connsiteX2" fmla="*/ 4535828 w 7734300"/>
              <a:gd name="connsiteY2" fmla="*/ 5188670 h 6232929"/>
              <a:gd name="connsiteX3" fmla="*/ 7734300 w 7734300"/>
              <a:gd name="connsiteY3" fmla="*/ 5188670 h 6232929"/>
              <a:gd name="connsiteX4" fmla="*/ 7734300 w 7734300"/>
              <a:gd name="connsiteY4" fmla="*/ 6232929 h 6232929"/>
              <a:gd name="connsiteX5" fmla="*/ 0 w 7734300"/>
              <a:gd name="connsiteY5" fmla="*/ 6232929 h 623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34300" h="6232929">
                <a:moveTo>
                  <a:pt x="0" y="0"/>
                </a:moveTo>
                <a:lnTo>
                  <a:pt x="5555254" y="0"/>
                </a:lnTo>
                <a:lnTo>
                  <a:pt x="4535828" y="5188670"/>
                </a:lnTo>
                <a:lnTo>
                  <a:pt x="7734300" y="5188670"/>
                </a:lnTo>
                <a:lnTo>
                  <a:pt x="7734300" y="6232929"/>
                </a:lnTo>
                <a:lnTo>
                  <a:pt x="0" y="6232929"/>
                </a:lnTo>
                <a:close/>
              </a:path>
            </a:pathLst>
          </a:custGeom>
        </p:spPr>
      </p:pic>
      <p:pic>
        <p:nvPicPr>
          <p:cNvPr id="16" name="Image 15" descr="Une image contenant capture d’écran, Rectangle, noir, noir et blanc&#10;&#10;Description générée automatiquement">
            <a:extLst>
              <a:ext uri="{FF2B5EF4-FFF2-40B4-BE49-F238E27FC236}">
                <a16:creationId xmlns:a16="http://schemas.microsoft.com/office/drawing/2014/main" id="{171588A0-86FC-639D-BA48-3E99CC704A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05771" y="5265614"/>
            <a:ext cx="4342857" cy="1028571"/>
          </a:xfrm>
          <a:prstGeom prst="rect">
            <a:avLst/>
          </a:prstGeom>
        </p:spPr>
      </p:pic>
      <p:sp>
        <p:nvSpPr>
          <p:cNvPr id="18" name="Espace réservé du texte 17">
            <a:extLst>
              <a:ext uri="{FF2B5EF4-FFF2-40B4-BE49-F238E27FC236}">
                <a16:creationId xmlns:a16="http://schemas.microsoft.com/office/drawing/2014/main" id="{5891D6D2-15EC-475B-B70B-717E1D90F1F6}"/>
              </a:ext>
            </a:extLst>
          </p:cNvPr>
          <p:cNvSpPr>
            <a:spLocks noGrp="1"/>
          </p:cNvSpPr>
          <p:nvPr userDrawn="1">
            <p:ph type="body" sz="quarter" idx="10"/>
          </p:nvPr>
        </p:nvSpPr>
        <p:spPr>
          <a:xfrm>
            <a:off x="6204802" y="3801298"/>
            <a:ext cx="5722162" cy="341632"/>
          </a:xfrm>
        </p:spPr>
        <p:txBody>
          <a:bodyPr/>
          <a:lstStyle>
            <a:lvl1pPr marL="0" indent="0" algn="l">
              <a:buNone/>
              <a:defRPr sz="1800" b="0">
                <a:solidFill>
                  <a:schemeClr val="bg1"/>
                </a:solidFill>
              </a:defRPr>
            </a:lvl1pPr>
            <a:lvl2pPr marL="0" indent="0">
              <a:spcBef>
                <a:spcPts val="1200"/>
              </a:spcBef>
              <a:buClrTx/>
              <a:buFont typeface="Arial" panose="020B0604020202020204" pitchFamily="34" charset="0"/>
              <a:buNone/>
              <a:defRPr sz="1800">
                <a:solidFill>
                  <a:schemeClr val="bg1"/>
                </a:solidFill>
              </a:defRPr>
            </a:lvl2pPr>
            <a:lvl3pPr marL="449263" indent="-179388" defTabSz="449263">
              <a:buClrTx/>
              <a:buFont typeface="Calibri" panose="020F0502020204030204" pitchFamily="34" charset="0"/>
              <a:buChar char="‒"/>
              <a:defRPr sz="1600">
                <a:solidFill>
                  <a:schemeClr val="bg1"/>
                </a:solidFill>
              </a:defRPr>
            </a:lvl3pPr>
            <a:lvl4pPr marL="684000" indent="-142875">
              <a:buClrTx/>
              <a:buFont typeface="Arial" panose="020B0604020202020204" pitchFamily="34" charset="0"/>
              <a:buChar char="•"/>
              <a:defRPr sz="1400">
                <a:solidFill>
                  <a:schemeClr val="bg1"/>
                </a:solidFill>
              </a:defRPr>
            </a:lvl4pPr>
            <a:lvl5pPr marL="936000" indent="-144000">
              <a:buClrTx/>
              <a:buFont typeface="Calibri" panose="020F0502020204030204" pitchFamily="34" charset="0"/>
              <a:buChar char="‒"/>
              <a:defRPr sz="1200">
                <a:solidFill>
                  <a:schemeClr val="bg1"/>
                </a:solidFill>
              </a:defRPr>
            </a:lvl5pPr>
          </a:lstStyle>
          <a:p>
            <a:pPr lvl="0"/>
            <a:r>
              <a:rPr lang="fr-FR"/>
              <a:t>Cliquez pour modifier les styles du texte du masque</a:t>
            </a:r>
          </a:p>
        </p:txBody>
      </p:sp>
      <p:sp>
        <p:nvSpPr>
          <p:cNvPr id="22" name="Rectangle 21">
            <a:extLst>
              <a:ext uri="{FF2B5EF4-FFF2-40B4-BE49-F238E27FC236}">
                <a16:creationId xmlns:a16="http://schemas.microsoft.com/office/drawing/2014/main" id="{8F797695-0951-066B-7910-433A8998844B}"/>
              </a:ext>
            </a:extLst>
          </p:cNvPr>
          <p:cNvSpPr/>
          <p:nvPr userDrawn="1"/>
        </p:nvSpPr>
        <p:spPr>
          <a:xfrm>
            <a:off x="0" y="0"/>
            <a:ext cx="12192000" cy="90000"/>
          </a:xfrm>
          <a:prstGeom prst="rect">
            <a:avLst/>
          </a:prstGeom>
          <a:gradFill flip="none" rotWithShape="1">
            <a:gsLst>
              <a:gs pos="79000">
                <a:srgbClr val="E2E6CE">
                  <a:alpha val="78000"/>
                </a:srgbClr>
              </a:gs>
              <a:gs pos="69000">
                <a:srgbClr val="A4B064"/>
              </a:gs>
              <a:gs pos="61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2" name="Rectangle 11">
            <a:extLst>
              <a:ext uri="{FF2B5EF4-FFF2-40B4-BE49-F238E27FC236}">
                <a16:creationId xmlns:a16="http://schemas.microsoft.com/office/drawing/2014/main" id="{3FA845F2-F56C-D954-3C16-AD4C31C39997}"/>
              </a:ext>
            </a:extLst>
          </p:cNvPr>
          <p:cNvSpPr/>
          <p:nvPr userDrawn="1"/>
        </p:nvSpPr>
        <p:spPr>
          <a:xfrm>
            <a:off x="0" y="6219976"/>
            <a:ext cx="12192000" cy="90000"/>
          </a:xfrm>
          <a:prstGeom prst="rect">
            <a:avLst/>
          </a:prstGeom>
          <a:solidFill>
            <a:schemeClr val="accent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9" name="Image 18" descr="Une image contenant horloge, regarder, Instrument de mesure&#10;&#10;Description générée automatiquement">
            <a:extLst>
              <a:ext uri="{FF2B5EF4-FFF2-40B4-BE49-F238E27FC236}">
                <a16:creationId xmlns:a16="http://schemas.microsoft.com/office/drawing/2014/main" id="{962C7908-E633-CA81-F0EC-6ED3221F53D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3878" t="20586" r="33995" b="1147"/>
          <a:stretch/>
        </p:blipFill>
        <p:spPr>
          <a:xfrm>
            <a:off x="265036" y="1367644"/>
            <a:ext cx="4862251" cy="4870029"/>
          </a:xfrm>
          <a:prstGeom prst="ellipse">
            <a:avLst/>
          </a:prstGeom>
        </p:spPr>
      </p:pic>
      <p:pic>
        <p:nvPicPr>
          <p:cNvPr id="10" name="Image 9" descr="Une image contenant cercle, obscurité, espace, noir&#10;&#10;Description générée automatiquement">
            <a:extLst>
              <a:ext uri="{FF2B5EF4-FFF2-40B4-BE49-F238E27FC236}">
                <a16:creationId xmlns:a16="http://schemas.microsoft.com/office/drawing/2014/main" id="{C825FD4F-1A02-1AAB-855F-F311C56192AB}"/>
              </a:ext>
            </a:extLst>
          </p:cNvPr>
          <p:cNvPicPr>
            <a:picLocks noChangeAspect="1"/>
          </p:cNvPicPr>
          <p:nvPr userDrawn="1"/>
        </p:nvPicPr>
        <p:blipFill rotWithShape="1">
          <a:blip r:embed="rId4">
            <a:alphaModFix amt="53000"/>
            <a:extLst>
              <a:ext uri="{28A0092B-C50C-407E-A947-70E740481C1C}">
                <a14:useLocalDpi xmlns:a14="http://schemas.microsoft.com/office/drawing/2010/main" val="0"/>
              </a:ext>
            </a:extLst>
          </a:blip>
          <a:srcRect l="2984"/>
          <a:stretch/>
        </p:blipFill>
        <p:spPr>
          <a:xfrm>
            <a:off x="0" y="981126"/>
            <a:ext cx="5546232" cy="5716854"/>
          </a:xfrm>
          <a:prstGeom prst="rect">
            <a:avLst/>
          </a:prstGeom>
        </p:spPr>
      </p:pic>
      <p:grpSp>
        <p:nvGrpSpPr>
          <p:cNvPr id="30" name="Groupe 29">
            <a:extLst>
              <a:ext uri="{FF2B5EF4-FFF2-40B4-BE49-F238E27FC236}">
                <a16:creationId xmlns:a16="http://schemas.microsoft.com/office/drawing/2014/main" id="{BED74215-6E0D-6457-8A19-F0D06E71ACAA}"/>
              </a:ext>
            </a:extLst>
          </p:cNvPr>
          <p:cNvGrpSpPr/>
          <p:nvPr userDrawn="1"/>
        </p:nvGrpSpPr>
        <p:grpSpPr>
          <a:xfrm>
            <a:off x="5821696" y="363300"/>
            <a:ext cx="2720070" cy="621500"/>
            <a:chOff x="7927906" y="300604"/>
            <a:chExt cx="3660506" cy="836376"/>
          </a:xfrm>
        </p:grpSpPr>
        <p:pic>
          <p:nvPicPr>
            <p:cNvPr id="23" name="Image 22" descr="Une image contenant texte, Police, Graphique, graphisme&#10;&#10;Description générée automatiquement">
              <a:extLst>
                <a:ext uri="{FF2B5EF4-FFF2-40B4-BE49-F238E27FC236}">
                  <a16:creationId xmlns:a16="http://schemas.microsoft.com/office/drawing/2014/main" id="{8E6F1C22-3BC3-9802-E6EF-8DE086E6EFD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927906" y="300604"/>
              <a:ext cx="3660506" cy="695441"/>
            </a:xfrm>
            <a:prstGeom prst="rect">
              <a:avLst/>
            </a:prstGeom>
          </p:spPr>
        </p:pic>
        <p:sp>
          <p:nvSpPr>
            <p:cNvPr id="24" name="Parallélogramme 23">
              <a:extLst>
                <a:ext uri="{FF2B5EF4-FFF2-40B4-BE49-F238E27FC236}">
                  <a16:creationId xmlns:a16="http://schemas.microsoft.com/office/drawing/2014/main" id="{32A0823C-6E90-4984-FFCC-2DE87CE70850}"/>
                </a:ext>
              </a:extLst>
            </p:cNvPr>
            <p:cNvSpPr/>
            <p:nvPr userDrawn="1"/>
          </p:nvSpPr>
          <p:spPr>
            <a:xfrm>
              <a:off x="8798041" y="1104580"/>
              <a:ext cx="2790371" cy="32400"/>
            </a:xfrm>
            <a:prstGeom prst="parallelogram">
              <a:avLst/>
            </a:prstGeom>
            <a:gradFill>
              <a:gsLst>
                <a:gs pos="100000">
                  <a:schemeClr val="bg1">
                    <a:alpha val="0"/>
                  </a:schemeClr>
                </a:gs>
                <a:gs pos="85000">
                  <a:srgbClr val="E99798">
                    <a:alpha val="64000"/>
                  </a:srgbClr>
                </a:gs>
                <a:gs pos="35000">
                  <a:schemeClr val="accent3"/>
                </a:gs>
              </a:gsLst>
              <a:lin ang="12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grpSp>
      <p:sp>
        <p:nvSpPr>
          <p:cNvPr id="2" name="Title 1"/>
          <p:cNvSpPr>
            <a:spLocks noGrp="1"/>
          </p:cNvSpPr>
          <p:nvPr userDrawn="1">
            <p:ph type="title"/>
          </p:nvPr>
        </p:nvSpPr>
        <p:spPr>
          <a:xfrm>
            <a:off x="6204802" y="3187181"/>
            <a:ext cx="5722162" cy="590931"/>
          </a:xfrm>
        </p:spPr>
        <p:txBody>
          <a:bodyPr wrap="square" anchor="b">
            <a:spAutoFit/>
          </a:bodyPr>
          <a:lstStyle>
            <a:lvl1pPr algn="l">
              <a:lnSpc>
                <a:spcPct val="90000"/>
              </a:lnSpc>
              <a:spcBef>
                <a:spcPts val="0"/>
              </a:spcBef>
              <a:defRPr sz="3600" b="1" cap="none" baseline="0">
                <a:solidFill>
                  <a:schemeClr val="bg1"/>
                </a:solidFill>
                <a:latin typeface="+mj-lt"/>
              </a:defRPr>
            </a:lvl1pPr>
          </a:lstStyle>
          <a:p>
            <a:r>
              <a:rPr lang="fr-FR" dirty="0"/>
              <a:t>Modifiez le style du titre</a:t>
            </a:r>
            <a:endParaRPr lang="en-US" dirty="0"/>
          </a:p>
        </p:txBody>
      </p:sp>
      <p:pic>
        <p:nvPicPr>
          <p:cNvPr id="31" name="Graphique 30">
            <a:extLst>
              <a:ext uri="{FF2B5EF4-FFF2-40B4-BE49-F238E27FC236}">
                <a16:creationId xmlns:a16="http://schemas.microsoft.com/office/drawing/2014/main" id="{BF712504-D75D-ADCD-CB87-C5940C63D22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776584" y="6420115"/>
            <a:ext cx="1008000" cy="292840"/>
          </a:xfrm>
          <a:prstGeom prst="rect">
            <a:avLst/>
          </a:prstGeom>
        </p:spPr>
      </p:pic>
      <p:pic>
        <p:nvPicPr>
          <p:cNvPr id="3" name="Image 2" descr="Une image contenant texte, Police, capture d’écran, Graphique&#10;&#10;Description générée automatiquement">
            <a:extLst>
              <a:ext uri="{FF2B5EF4-FFF2-40B4-BE49-F238E27FC236}">
                <a16:creationId xmlns:a16="http://schemas.microsoft.com/office/drawing/2014/main" id="{A981CD4D-F9D0-E8DF-57AE-69A0EF583C8C}"/>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009884" y="336544"/>
            <a:ext cx="1859536" cy="675012"/>
          </a:xfrm>
          <a:prstGeom prst="rect">
            <a:avLst/>
          </a:prstGeom>
        </p:spPr>
      </p:pic>
      <p:sp>
        <p:nvSpPr>
          <p:cNvPr id="4" name="Parallélogramme 3">
            <a:extLst>
              <a:ext uri="{FF2B5EF4-FFF2-40B4-BE49-F238E27FC236}">
                <a16:creationId xmlns:a16="http://schemas.microsoft.com/office/drawing/2014/main" id="{415A3D3A-742C-FB66-A24D-8FD090E0212F}"/>
              </a:ext>
            </a:extLst>
          </p:cNvPr>
          <p:cNvSpPr/>
          <p:nvPr userDrawn="1"/>
        </p:nvSpPr>
        <p:spPr>
          <a:xfrm>
            <a:off x="9506064" y="154003"/>
            <a:ext cx="287653" cy="948991"/>
          </a:xfrm>
          <a:prstGeom prst="parallelogram">
            <a:avLst>
              <a:gd name="adj" fmla="val 83941"/>
            </a:avLst>
          </a:prstGeom>
          <a:gradFill flip="none" rotWithShape="1">
            <a:gsLst>
              <a:gs pos="15000">
                <a:srgbClr val="ACB772">
                  <a:alpha val="83000"/>
                </a:srgbClr>
              </a:gs>
              <a:gs pos="38837">
                <a:schemeClr val="accent1"/>
              </a:gs>
              <a:gs pos="63000">
                <a:schemeClr val="accent1"/>
              </a:gs>
              <a:gs pos="0">
                <a:schemeClr val="bg1">
                  <a:alpha val="0"/>
                </a:schemeClr>
              </a:gs>
              <a:gs pos="85000">
                <a:srgbClr val="C1C996">
                  <a:alpha val="70000"/>
                </a:srgbClr>
              </a:gs>
              <a:gs pos="100000">
                <a:schemeClr val="bg1">
                  <a:alpha val="0"/>
                </a:schemeClr>
              </a:gs>
            </a:gsLst>
            <a:lin ang="1620000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Tree>
    <p:extLst>
      <p:ext uri="{BB962C8B-B14F-4D97-AF65-F5344CB8AC3E}">
        <p14:creationId xmlns:p14="http://schemas.microsoft.com/office/powerpoint/2010/main" val="1913210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ommaire">
    <p:bg>
      <p:bgPr>
        <a:solidFill>
          <a:schemeClr val="bg1"/>
        </a:solidFill>
        <a:effectLst/>
      </p:bgPr>
    </p:bg>
    <p:spTree>
      <p:nvGrpSpPr>
        <p:cNvPr id="1" name=""/>
        <p:cNvGrpSpPr/>
        <p:nvPr/>
      </p:nvGrpSpPr>
      <p:grpSpPr>
        <a:xfrm>
          <a:off x="0" y="0"/>
          <a:ext cx="0" cy="0"/>
          <a:chOff x="0" y="0"/>
          <a:chExt cx="0" cy="0"/>
        </a:xfrm>
      </p:grpSpPr>
      <p:pic>
        <p:nvPicPr>
          <p:cNvPr id="8" name="Image 7" descr="Une image contenant horloge, regarder, Instrument de mesure&#10;&#10;Description générée automatiquement">
            <a:extLst>
              <a:ext uri="{FF2B5EF4-FFF2-40B4-BE49-F238E27FC236}">
                <a16:creationId xmlns:a16="http://schemas.microsoft.com/office/drawing/2014/main" id="{2298D1E7-9B78-A641-438D-5551456150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2" t="-193" r="28642" b="23"/>
          <a:stretch/>
        </p:blipFill>
        <p:spPr>
          <a:xfrm>
            <a:off x="0" y="74760"/>
            <a:ext cx="5546232" cy="6232929"/>
          </a:xfrm>
          <a:custGeom>
            <a:avLst/>
            <a:gdLst>
              <a:gd name="connsiteX0" fmla="*/ 0 w 5470031"/>
              <a:gd name="connsiteY0" fmla="*/ 0 h 6105060"/>
              <a:gd name="connsiteX1" fmla="*/ 5470031 w 5470031"/>
              <a:gd name="connsiteY1" fmla="*/ 0 h 6105060"/>
              <a:gd name="connsiteX2" fmla="*/ 4270560 w 5470031"/>
              <a:gd name="connsiteY2" fmla="*/ 6105060 h 6105060"/>
              <a:gd name="connsiteX3" fmla="*/ 0 w 5470031"/>
              <a:gd name="connsiteY3" fmla="*/ 6105060 h 6105060"/>
            </a:gdLst>
            <a:ahLst/>
            <a:cxnLst>
              <a:cxn ang="0">
                <a:pos x="connsiteX0" y="connsiteY0"/>
              </a:cxn>
              <a:cxn ang="0">
                <a:pos x="connsiteX1" y="connsiteY1"/>
              </a:cxn>
              <a:cxn ang="0">
                <a:pos x="connsiteX2" y="connsiteY2"/>
              </a:cxn>
              <a:cxn ang="0">
                <a:pos x="connsiteX3" y="connsiteY3"/>
              </a:cxn>
            </a:cxnLst>
            <a:rect l="l" t="t" r="r" b="b"/>
            <a:pathLst>
              <a:path w="5470031" h="6105060">
                <a:moveTo>
                  <a:pt x="0" y="0"/>
                </a:moveTo>
                <a:lnTo>
                  <a:pt x="5470031" y="0"/>
                </a:lnTo>
                <a:lnTo>
                  <a:pt x="4270560" y="6105060"/>
                </a:lnTo>
                <a:lnTo>
                  <a:pt x="0" y="6105060"/>
                </a:lnTo>
                <a:close/>
              </a:path>
            </a:pathLst>
          </a:custGeom>
        </p:spPr>
      </p:pic>
      <p:pic>
        <p:nvPicPr>
          <p:cNvPr id="6" name="Image 5" descr="Une image contenant horloge, regarder, Instrument de mesure&#10;&#10;Description générée automatiquement">
            <a:extLst>
              <a:ext uri="{FF2B5EF4-FFF2-40B4-BE49-F238E27FC236}">
                <a16:creationId xmlns:a16="http://schemas.microsoft.com/office/drawing/2014/main" id="{2CAC162B-BD6C-9D79-F88D-770D0CA25D4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3878" t="20586" r="33995" b="1147"/>
          <a:stretch/>
        </p:blipFill>
        <p:spPr>
          <a:xfrm>
            <a:off x="265036" y="1367644"/>
            <a:ext cx="4862251" cy="4870029"/>
          </a:xfrm>
          <a:prstGeom prst="ellipse">
            <a:avLst/>
          </a:prstGeom>
        </p:spPr>
      </p:pic>
      <p:sp>
        <p:nvSpPr>
          <p:cNvPr id="2" name="Title 1"/>
          <p:cNvSpPr>
            <a:spLocks noGrp="1"/>
          </p:cNvSpPr>
          <p:nvPr userDrawn="1">
            <p:ph type="title"/>
          </p:nvPr>
        </p:nvSpPr>
        <p:spPr>
          <a:xfrm>
            <a:off x="5762400" y="191526"/>
            <a:ext cx="3527498" cy="867930"/>
          </a:xfrm>
        </p:spPr>
        <p:txBody>
          <a:bodyPr wrap="square" anchor="ctr">
            <a:spAutoFit/>
          </a:bodyPr>
          <a:lstStyle>
            <a:lvl1pPr algn="l">
              <a:lnSpc>
                <a:spcPct val="90000"/>
              </a:lnSpc>
              <a:spcBef>
                <a:spcPts val="0"/>
              </a:spcBef>
              <a:defRPr sz="2800" b="1" cap="none" baseline="0">
                <a:solidFill>
                  <a:schemeClr val="accent1"/>
                </a:solidFill>
                <a:latin typeface="+mn-lt"/>
              </a:defRPr>
            </a:lvl1pPr>
          </a:lstStyle>
          <a:p>
            <a:r>
              <a:rPr lang="fr-FR" dirty="0"/>
              <a:t>Modifiez le style du titre</a:t>
            </a:r>
            <a:endParaRPr lang="en-US" dirty="0"/>
          </a:p>
        </p:txBody>
      </p:sp>
      <p:sp>
        <p:nvSpPr>
          <p:cNvPr id="22" name="Rectangle 21">
            <a:extLst>
              <a:ext uri="{FF2B5EF4-FFF2-40B4-BE49-F238E27FC236}">
                <a16:creationId xmlns:a16="http://schemas.microsoft.com/office/drawing/2014/main" id="{8F797695-0951-066B-7910-433A8998844B}"/>
              </a:ext>
            </a:extLst>
          </p:cNvPr>
          <p:cNvSpPr/>
          <p:nvPr userDrawn="1"/>
        </p:nvSpPr>
        <p:spPr>
          <a:xfrm>
            <a:off x="0" y="0"/>
            <a:ext cx="12192000" cy="90000"/>
          </a:xfrm>
          <a:prstGeom prst="rect">
            <a:avLst/>
          </a:prstGeom>
          <a:gradFill flip="none" rotWithShape="1">
            <a:gsLst>
              <a:gs pos="79000">
                <a:srgbClr val="E2E6CE">
                  <a:alpha val="78000"/>
                </a:srgbClr>
              </a:gs>
              <a:gs pos="69000">
                <a:srgbClr val="A4B064"/>
              </a:gs>
              <a:gs pos="61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2" name="Rectangle 11">
            <a:extLst>
              <a:ext uri="{FF2B5EF4-FFF2-40B4-BE49-F238E27FC236}">
                <a16:creationId xmlns:a16="http://schemas.microsoft.com/office/drawing/2014/main" id="{3FA845F2-F56C-D954-3C16-AD4C31C39997}"/>
              </a:ext>
            </a:extLst>
          </p:cNvPr>
          <p:cNvSpPr/>
          <p:nvPr userDrawn="1"/>
        </p:nvSpPr>
        <p:spPr>
          <a:xfrm>
            <a:off x="0" y="6275070"/>
            <a:ext cx="12192000" cy="582930"/>
          </a:xfrm>
          <a:prstGeom prst="rect">
            <a:avLst/>
          </a:prstGeom>
          <a:solidFill>
            <a:schemeClr val="bg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5" name="Image 4" descr="Une image contenant texte, Police, capture d’écran, Graphique&#10;&#10;Description générée automatiquement">
            <a:extLst>
              <a:ext uri="{FF2B5EF4-FFF2-40B4-BE49-F238E27FC236}">
                <a16:creationId xmlns:a16="http://schemas.microsoft.com/office/drawing/2014/main" id="{61284F23-0EF4-227A-42F9-9457E11ECEE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09884" y="336544"/>
            <a:ext cx="1859536" cy="675012"/>
          </a:xfrm>
          <a:prstGeom prst="rect">
            <a:avLst/>
          </a:prstGeom>
        </p:spPr>
      </p:pic>
      <p:sp>
        <p:nvSpPr>
          <p:cNvPr id="9" name="Parallélogramme 8">
            <a:extLst>
              <a:ext uri="{FF2B5EF4-FFF2-40B4-BE49-F238E27FC236}">
                <a16:creationId xmlns:a16="http://schemas.microsoft.com/office/drawing/2014/main" id="{59280219-D1F6-48C5-5EF8-33A651F4F427}"/>
              </a:ext>
            </a:extLst>
          </p:cNvPr>
          <p:cNvSpPr/>
          <p:nvPr userDrawn="1"/>
        </p:nvSpPr>
        <p:spPr>
          <a:xfrm>
            <a:off x="9506064" y="154003"/>
            <a:ext cx="287653" cy="948991"/>
          </a:xfrm>
          <a:prstGeom prst="parallelogram">
            <a:avLst>
              <a:gd name="adj" fmla="val 83941"/>
            </a:avLst>
          </a:prstGeom>
          <a:gradFill flip="none" rotWithShape="1">
            <a:gsLst>
              <a:gs pos="15000">
                <a:srgbClr val="ACB772">
                  <a:alpha val="83000"/>
                </a:srgbClr>
              </a:gs>
              <a:gs pos="38837">
                <a:schemeClr val="accent1"/>
              </a:gs>
              <a:gs pos="63000">
                <a:schemeClr val="accent1"/>
              </a:gs>
              <a:gs pos="0">
                <a:schemeClr val="bg1">
                  <a:alpha val="0"/>
                </a:schemeClr>
              </a:gs>
              <a:gs pos="85000">
                <a:srgbClr val="C1C996">
                  <a:alpha val="70000"/>
                </a:srgbClr>
              </a:gs>
              <a:gs pos="100000">
                <a:schemeClr val="bg1">
                  <a:alpha val="0"/>
                </a:schemeClr>
              </a:gs>
            </a:gsLst>
            <a:lin ang="1620000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3" name="Rectangle 12">
            <a:extLst>
              <a:ext uri="{FF2B5EF4-FFF2-40B4-BE49-F238E27FC236}">
                <a16:creationId xmlns:a16="http://schemas.microsoft.com/office/drawing/2014/main" id="{F98A6F75-94F3-D1D7-9653-6B802B76B63B}"/>
              </a:ext>
            </a:extLst>
          </p:cNvPr>
          <p:cNvSpPr/>
          <p:nvPr userDrawn="1"/>
        </p:nvSpPr>
        <p:spPr>
          <a:xfrm>
            <a:off x="0" y="6219976"/>
            <a:ext cx="12192000" cy="90000"/>
          </a:xfrm>
          <a:prstGeom prst="rect">
            <a:avLst/>
          </a:prstGeom>
          <a:solidFill>
            <a:schemeClr val="accent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0" name="Image 9" descr="Une image contenant cercle, obscurité, espace, noir&#10;&#10;Description générée automatiquement">
            <a:extLst>
              <a:ext uri="{FF2B5EF4-FFF2-40B4-BE49-F238E27FC236}">
                <a16:creationId xmlns:a16="http://schemas.microsoft.com/office/drawing/2014/main" id="{C825FD4F-1A02-1AAB-855F-F311C56192AB}"/>
              </a:ext>
            </a:extLst>
          </p:cNvPr>
          <p:cNvPicPr>
            <a:picLocks noChangeAspect="1"/>
          </p:cNvPicPr>
          <p:nvPr userDrawn="1"/>
        </p:nvPicPr>
        <p:blipFill rotWithShape="1">
          <a:blip r:embed="rId4">
            <a:alphaModFix amt="53000"/>
            <a:extLst>
              <a:ext uri="{28A0092B-C50C-407E-A947-70E740481C1C}">
                <a14:useLocalDpi xmlns:a14="http://schemas.microsoft.com/office/drawing/2010/main" val="0"/>
              </a:ext>
            </a:extLst>
          </a:blip>
          <a:srcRect l="2984"/>
          <a:stretch/>
        </p:blipFill>
        <p:spPr>
          <a:xfrm>
            <a:off x="0" y="981126"/>
            <a:ext cx="5546232" cy="5716854"/>
          </a:xfrm>
          <a:prstGeom prst="rect">
            <a:avLst/>
          </a:prstGeom>
        </p:spPr>
      </p:pic>
      <p:pic>
        <p:nvPicPr>
          <p:cNvPr id="14" name="Graphique 13">
            <a:extLst>
              <a:ext uri="{FF2B5EF4-FFF2-40B4-BE49-F238E27FC236}">
                <a16:creationId xmlns:a16="http://schemas.microsoft.com/office/drawing/2014/main" id="{B3A89279-B013-DD35-8716-F6E92A9B971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776584" y="6420115"/>
            <a:ext cx="1008000" cy="292840"/>
          </a:xfrm>
          <a:prstGeom prst="rect">
            <a:avLst/>
          </a:prstGeom>
        </p:spPr>
      </p:pic>
      <p:sp>
        <p:nvSpPr>
          <p:cNvPr id="15" name="Espace réservé du numéro de diapositive 14">
            <a:extLst>
              <a:ext uri="{FF2B5EF4-FFF2-40B4-BE49-F238E27FC236}">
                <a16:creationId xmlns:a16="http://schemas.microsoft.com/office/drawing/2014/main" id="{586F59EF-A227-DC21-7A33-F4971CF5C07A}"/>
              </a:ext>
            </a:extLst>
          </p:cNvPr>
          <p:cNvSpPr>
            <a:spLocks noGrp="1"/>
          </p:cNvSpPr>
          <p:nvPr>
            <p:ph type="sldNum" sz="quarter" idx="11"/>
          </p:nvPr>
        </p:nvSpPr>
        <p:spPr/>
        <p:txBody>
          <a:bodyPr/>
          <a:lstStyle/>
          <a:p>
            <a:fld id="{84E72597-5FA9-473E-9DF2-B958DF9446F5}" type="slidenum">
              <a:rPr lang="fr-FR" smtClean="0"/>
              <a:pPr/>
              <a:t>‹N°›</a:t>
            </a:fld>
            <a:endParaRPr lang="fr-FR"/>
          </a:p>
        </p:txBody>
      </p:sp>
      <p:sp>
        <p:nvSpPr>
          <p:cNvPr id="17" name="Espace réservé du texte 16">
            <a:extLst>
              <a:ext uri="{FF2B5EF4-FFF2-40B4-BE49-F238E27FC236}">
                <a16:creationId xmlns:a16="http://schemas.microsoft.com/office/drawing/2014/main" id="{FD58F43C-5219-9A01-EB20-019E47A702BE}"/>
              </a:ext>
            </a:extLst>
          </p:cNvPr>
          <p:cNvSpPr>
            <a:spLocks noGrp="1"/>
          </p:cNvSpPr>
          <p:nvPr>
            <p:ph type="body" sz="quarter" idx="12"/>
          </p:nvPr>
        </p:nvSpPr>
        <p:spPr>
          <a:xfrm>
            <a:off x="5762400" y="1381621"/>
            <a:ext cx="5651500" cy="4437862"/>
          </a:xfrm>
        </p:spPr>
        <p:txBody>
          <a:bodyPr anchor="ctr">
            <a:normAutofit/>
          </a:bodyPr>
          <a:lstStyle>
            <a:lvl1pPr marL="288000" indent="-288000">
              <a:buFont typeface="+mj-lt"/>
              <a:buAutoNum type="arabicPeriod"/>
              <a:defRPr sz="2000" b="1">
                <a:solidFill>
                  <a:schemeClr val="accent2"/>
                </a:solidFill>
              </a:defRPr>
            </a:lvl1pPr>
            <a:lvl2pPr marL="540000" indent="-216000">
              <a:defRPr sz="1600"/>
            </a:lvl2pPr>
            <a:lvl3pPr marL="717550" indent="-142875">
              <a:defRPr sz="1400"/>
            </a:lvl3pPr>
            <a:lvl4pPr marL="936000" indent="-142875">
              <a:defRPr sz="1200"/>
            </a:lvl4pPr>
            <a:lvl5pPr marL="1165225" indent="-142875">
              <a:tabLs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9" name="Parallélogramme 18">
            <a:extLst>
              <a:ext uri="{FF2B5EF4-FFF2-40B4-BE49-F238E27FC236}">
                <a16:creationId xmlns:a16="http://schemas.microsoft.com/office/drawing/2014/main" id="{7A66631C-6948-19FE-FB8F-7D58E382962A}"/>
              </a:ext>
            </a:extLst>
          </p:cNvPr>
          <p:cNvSpPr/>
          <p:nvPr userDrawn="1"/>
        </p:nvSpPr>
        <p:spPr>
          <a:xfrm>
            <a:off x="8542177" y="207344"/>
            <a:ext cx="1057275" cy="836294"/>
          </a:xfrm>
          <a:prstGeom prst="parallelogram">
            <a:avLst/>
          </a:prstGeom>
          <a:gradFill>
            <a:gsLst>
              <a:gs pos="17000">
                <a:schemeClr val="bg1">
                  <a:alpha val="0"/>
                </a:schemeClr>
              </a:gs>
              <a:gs pos="90000">
                <a:schemeClr val="accent1">
                  <a:alpha val="59000"/>
                </a:schemeClr>
              </a:gs>
            </a:gsLst>
            <a:lin ang="6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Tree>
    <p:extLst>
      <p:ext uri="{BB962C8B-B14F-4D97-AF65-F5344CB8AC3E}">
        <p14:creationId xmlns:p14="http://schemas.microsoft.com/office/powerpoint/2010/main" val="945435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Interslide">
    <p:bg>
      <p:bgPr>
        <a:solidFill>
          <a:schemeClr val="bg1"/>
        </a:solidFill>
        <a:effectLst/>
      </p:bgPr>
    </p:bg>
    <p:spTree>
      <p:nvGrpSpPr>
        <p:cNvPr id="1" name=""/>
        <p:cNvGrpSpPr/>
        <p:nvPr/>
      </p:nvGrpSpPr>
      <p:grpSpPr>
        <a:xfrm>
          <a:off x="0" y="0"/>
          <a:ext cx="0" cy="0"/>
          <a:chOff x="0" y="0"/>
          <a:chExt cx="0" cy="0"/>
        </a:xfrm>
      </p:grpSpPr>
      <p:pic>
        <p:nvPicPr>
          <p:cNvPr id="16" name="Image 15" descr="Une image contenant horloge, regarder, Instrument de mesure&#10;&#10;Description générée automatiquement">
            <a:extLst>
              <a:ext uri="{FF2B5EF4-FFF2-40B4-BE49-F238E27FC236}">
                <a16:creationId xmlns:a16="http://schemas.microsoft.com/office/drawing/2014/main" id="{ACEC0FB6-DA9D-E958-1ABA-6BA464F3D13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565" t="-193" r="28641" b="23"/>
          <a:stretch/>
        </p:blipFill>
        <p:spPr>
          <a:xfrm>
            <a:off x="2" y="74760"/>
            <a:ext cx="4601351" cy="6232929"/>
          </a:xfrm>
          <a:custGeom>
            <a:avLst/>
            <a:gdLst>
              <a:gd name="connsiteX0" fmla="*/ 0 w 4601351"/>
              <a:gd name="connsiteY0" fmla="*/ 0 h 6232929"/>
              <a:gd name="connsiteX1" fmla="*/ 4601351 w 4601351"/>
              <a:gd name="connsiteY1" fmla="*/ 0 h 6232929"/>
              <a:gd name="connsiteX2" fmla="*/ 3518844 w 4601351"/>
              <a:gd name="connsiteY2" fmla="*/ 6232929 h 6232929"/>
              <a:gd name="connsiteX3" fmla="*/ 0 w 4601351"/>
              <a:gd name="connsiteY3" fmla="*/ 6232929 h 6232929"/>
            </a:gdLst>
            <a:ahLst/>
            <a:cxnLst>
              <a:cxn ang="0">
                <a:pos x="connsiteX0" y="connsiteY0"/>
              </a:cxn>
              <a:cxn ang="0">
                <a:pos x="connsiteX1" y="connsiteY1"/>
              </a:cxn>
              <a:cxn ang="0">
                <a:pos x="connsiteX2" y="connsiteY2"/>
              </a:cxn>
              <a:cxn ang="0">
                <a:pos x="connsiteX3" y="connsiteY3"/>
              </a:cxn>
            </a:cxnLst>
            <a:rect l="l" t="t" r="r" b="b"/>
            <a:pathLst>
              <a:path w="4601351" h="6232929">
                <a:moveTo>
                  <a:pt x="0" y="0"/>
                </a:moveTo>
                <a:lnTo>
                  <a:pt x="4601351" y="0"/>
                </a:lnTo>
                <a:lnTo>
                  <a:pt x="3518844" y="6232929"/>
                </a:lnTo>
                <a:lnTo>
                  <a:pt x="0" y="6232929"/>
                </a:lnTo>
                <a:close/>
              </a:path>
            </a:pathLst>
          </a:custGeom>
        </p:spPr>
      </p:pic>
      <p:pic>
        <p:nvPicPr>
          <p:cNvPr id="19" name="Image 18" descr="Une image contenant horloge, regarder, Instrument de mesure&#10;&#10;Description générée automatiquement">
            <a:extLst>
              <a:ext uri="{FF2B5EF4-FFF2-40B4-BE49-F238E27FC236}">
                <a16:creationId xmlns:a16="http://schemas.microsoft.com/office/drawing/2014/main" id="{FA724D89-3AB5-81EE-355B-5FE0DFE11BDB}"/>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12565" t="20586" r="33995" b="1147"/>
          <a:stretch/>
        </p:blipFill>
        <p:spPr>
          <a:xfrm>
            <a:off x="2" y="1367643"/>
            <a:ext cx="4182407" cy="4870030"/>
          </a:xfrm>
          <a:custGeom>
            <a:avLst/>
            <a:gdLst>
              <a:gd name="connsiteX0" fmla="*/ 1751281 w 4182407"/>
              <a:gd name="connsiteY0" fmla="*/ 0 h 4870030"/>
              <a:gd name="connsiteX1" fmla="*/ 4182407 w 4182407"/>
              <a:gd name="connsiteY1" fmla="*/ 2435015 h 4870030"/>
              <a:gd name="connsiteX2" fmla="*/ 1751281 w 4182407"/>
              <a:gd name="connsiteY2" fmla="*/ 4870030 h 4870030"/>
              <a:gd name="connsiteX3" fmla="*/ 116647 w 4182407"/>
              <a:gd name="connsiteY3" fmla="*/ 4237458 h 4870030"/>
              <a:gd name="connsiteX4" fmla="*/ 0 w 4182407"/>
              <a:gd name="connsiteY4" fmla="*/ 4117804 h 4870030"/>
              <a:gd name="connsiteX5" fmla="*/ 0 w 4182407"/>
              <a:gd name="connsiteY5" fmla="*/ 752227 h 4870030"/>
              <a:gd name="connsiteX6" fmla="*/ 116647 w 4182407"/>
              <a:gd name="connsiteY6" fmla="*/ 632573 h 4870030"/>
              <a:gd name="connsiteX7" fmla="*/ 1751281 w 4182407"/>
              <a:gd name="connsiteY7" fmla="*/ 0 h 487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2407" h="4870030">
                <a:moveTo>
                  <a:pt x="1751281" y="0"/>
                </a:moveTo>
                <a:cubicBezTo>
                  <a:pt x="3093955" y="0"/>
                  <a:pt x="4182407" y="1090193"/>
                  <a:pt x="4182407" y="2435015"/>
                </a:cubicBezTo>
                <a:cubicBezTo>
                  <a:pt x="4182407" y="3779837"/>
                  <a:pt x="3093955" y="4870030"/>
                  <a:pt x="1751281" y="4870030"/>
                </a:cubicBezTo>
                <a:cubicBezTo>
                  <a:pt x="1121903" y="4870030"/>
                  <a:pt x="548384" y="4630486"/>
                  <a:pt x="116647" y="4237458"/>
                </a:cubicBezTo>
                <a:lnTo>
                  <a:pt x="0" y="4117804"/>
                </a:lnTo>
                <a:lnTo>
                  <a:pt x="0" y="752227"/>
                </a:lnTo>
                <a:lnTo>
                  <a:pt x="116647" y="632573"/>
                </a:lnTo>
                <a:cubicBezTo>
                  <a:pt x="548384" y="239545"/>
                  <a:pt x="1121903" y="0"/>
                  <a:pt x="1751281" y="0"/>
                </a:cubicBezTo>
                <a:close/>
              </a:path>
            </a:pathLst>
          </a:custGeom>
        </p:spPr>
      </p:pic>
      <p:sp>
        <p:nvSpPr>
          <p:cNvPr id="2" name="Title 1"/>
          <p:cNvSpPr>
            <a:spLocks noGrp="1"/>
          </p:cNvSpPr>
          <p:nvPr userDrawn="1">
            <p:ph type="title"/>
          </p:nvPr>
        </p:nvSpPr>
        <p:spPr>
          <a:xfrm>
            <a:off x="5039360" y="3212514"/>
            <a:ext cx="6532880" cy="646331"/>
          </a:xfrm>
        </p:spPr>
        <p:txBody>
          <a:bodyPr wrap="square" anchor="ctr">
            <a:spAutoFit/>
          </a:bodyPr>
          <a:lstStyle>
            <a:lvl1pPr algn="l">
              <a:lnSpc>
                <a:spcPct val="90000"/>
              </a:lnSpc>
              <a:spcBef>
                <a:spcPts val="0"/>
              </a:spcBef>
              <a:defRPr sz="4000" b="1" cap="none" baseline="0">
                <a:solidFill>
                  <a:schemeClr val="accent2"/>
                </a:solidFill>
                <a:latin typeface="+mn-lt"/>
              </a:defRPr>
            </a:lvl1pPr>
          </a:lstStyle>
          <a:p>
            <a:r>
              <a:rPr lang="fr-FR" dirty="0"/>
              <a:t>Modifiez le style du titre</a:t>
            </a:r>
            <a:endParaRPr lang="en-US" dirty="0"/>
          </a:p>
        </p:txBody>
      </p:sp>
      <p:sp>
        <p:nvSpPr>
          <p:cNvPr id="22" name="Rectangle 21">
            <a:extLst>
              <a:ext uri="{FF2B5EF4-FFF2-40B4-BE49-F238E27FC236}">
                <a16:creationId xmlns:a16="http://schemas.microsoft.com/office/drawing/2014/main" id="{8F797695-0951-066B-7910-433A8998844B}"/>
              </a:ext>
            </a:extLst>
          </p:cNvPr>
          <p:cNvSpPr/>
          <p:nvPr userDrawn="1"/>
        </p:nvSpPr>
        <p:spPr>
          <a:xfrm>
            <a:off x="0" y="0"/>
            <a:ext cx="12192000" cy="90000"/>
          </a:xfrm>
          <a:prstGeom prst="rect">
            <a:avLst/>
          </a:prstGeom>
          <a:gradFill flip="none" rotWithShape="1">
            <a:gsLst>
              <a:gs pos="79000">
                <a:srgbClr val="E2E6CE">
                  <a:alpha val="78000"/>
                </a:srgbClr>
              </a:gs>
              <a:gs pos="69000">
                <a:srgbClr val="A4B064"/>
              </a:gs>
              <a:gs pos="61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2" name="Rectangle 11">
            <a:extLst>
              <a:ext uri="{FF2B5EF4-FFF2-40B4-BE49-F238E27FC236}">
                <a16:creationId xmlns:a16="http://schemas.microsoft.com/office/drawing/2014/main" id="{3FA845F2-F56C-D954-3C16-AD4C31C39997}"/>
              </a:ext>
            </a:extLst>
          </p:cNvPr>
          <p:cNvSpPr/>
          <p:nvPr userDrawn="1"/>
        </p:nvSpPr>
        <p:spPr>
          <a:xfrm>
            <a:off x="0" y="6275070"/>
            <a:ext cx="12192000" cy="582930"/>
          </a:xfrm>
          <a:prstGeom prst="rect">
            <a:avLst/>
          </a:prstGeom>
          <a:solidFill>
            <a:schemeClr val="bg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9" name="Image 8" descr="Une image contenant texte, Police, capture d’écran, Graphique&#10;&#10;Description générée automatiquement">
            <a:extLst>
              <a:ext uri="{FF2B5EF4-FFF2-40B4-BE49-F238E27FC236}">
                <a16:creationId xmlns:a16="http://schemas.microsoft.com/office/drawing/2014/main" id="{B0E3F4DB-9E73-9CC8-A70A-E8E8A24C98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09884" y="336544"/>
            <a:ext cx="1859536" cy="675012"/>
          </a:xfrm>
          <a:prstGeom prst="rect">
            <a:avLst/>
          </a:prstGeom>
        </p:spPr>
      </p:pic>
      <p:sp>
        <p:nvSpPr>
          <p:cNvPr id="13" name="Parallélogramme 12">
            <a:extLst>
              <a:ext uri="{FF2B5EF4-FFF2-40B4-BE49-F238E27FC236}">
                <a16:creationId xmlns:a16="http://schemas.microsoft.com/office/drawing/2014/main" id="{6C1820FA-3180-7938-78A1-5585906A9556}"/>
              </a:ext>
            </a:extLst>
          </p:cNvPr>
          <p:cNvSpPr/>
          <p:nvPr userDrawn="1"/>
        </p:nvSpPr>
        <p:spPr>
          <a:xfrm>
            <a:off x="7109461" y="207344"/>
            <a:ext cx="2489992" cy="836294"/>
          </a:xfrm>
          <a:prstGeom prst="parallelogram">
            <a:avLst/>
          </a:prstGeom>
          <a:gradFill>
            <a:gsLst>
              <a:gs pos="17000">
                <a:schemeClr val="bg1">
                  <a:alpha val="0"/>
                </a:schemeClr>
              </a:gs>
              <a:gs pos="90000">
                <a:schemeClr val="accent1">
                  <a:alpha val="59000"/>
                </a:schemeClr>
              </a:gs>
            </a:gsLst>
            <a:lin ang="6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4" name="Parallélogramme 13">
            <a:extLst>
              <a:ext uri="{FF2B5EF4-FFF2-40B4-BE49-F238E27FC236}">
                <a16:creationId xmlns:a16="http://schemas.microsoft.com/office/drawing/2014/main" id="{F9AA73A7-1825-B3DE-B79C-589BE19ABEA9}"/>
              </a:ext>
            </a:extLst>
          </p:cNvPr>
          <p:cNvSpPr/>
          <p:nvPr userDrawn="1"/>
        </p:nvSpPr>
        <p:spPr>
          <a:xfrm>
            <a:off x="9506064" y="154003"/>
            <a:ext cx="287653" cy="948991"/>
          </a:xfrm>
          <a:prstGeom prst="parallelogram">
            <a:avLst>
              <a:gd name="adj" fmla="val 83941"/>
            </a:avLst>
          </a:prstGeom>
          <a:gradFill flip="none" rotWithShape="1">
            <a:gsLst>
              <a:gs pos="15000">
                <a:srgbClr val="ACB772">
                  <a:alpha val="83000"/>
                </a:srgbClr>
              </a:gs>
              <a:gs pos="38837">
                <a:schemeClr val="accent1"/>
              </a:gs>
              <a:gs pos="63000">
                <a:schemeClr val="accent1"/>
              </a:gs>
              <a:gs pos="0">
                <a:schemeClr val="bg1">
                  <a:alpha val="0"/>
                </a:schemeClr>
              </a:gs>
              <a:gs pos="85000">
                <a:srgbClr val="C1C996">
                  <a:alpha val="70000"/>
                </a:srgbClr>
              </a:gs>
              <a:gs pos="100000">
                <a:schemeClr val="bg1">
                  <a:alpha val="0"/>
                </a:schemeClr>
              </a:gs>
            </a:gsLst>
            <a:lin ang="1620000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0" name="Image 9" descr="Une image contenant cercle, obscurité, espace, noir&#10;&#10;Description générée automatiquement">
            <a:extLst>
              <a:ext uri="{FF2B5EF4-FFF2-40B4-BE49-F238E27FC236}">
                <a16:creationId xmlns:a16="http://schemas.microsoft.com/office/drawing/2014/main" id="{C825FD4F-1A02-1AAB-855F-F311C56192AB}"/>
              </a:ext>
            </a:extLst>
          </p:cNvPr>
          <p:cNvPicPr>
            <a:picLocks noChangeAspect="1"/>
          </p:cNvPicPr>
          <p:nvPr userDrawn="1"/>
        </p:nvPicPr>
        <p:blipFill rotWithShape="1">
          <a:blip r:embed="rId4">
            <a:alphaModFix amt="53000"/>
            <a:extLst>
              <a:ext uri="{28A0092B-C50C-407E-A947-70E740481C1C}">
                <a14:useLocalDpi xmlns:a14="http://schemas.microsoft.com/office/drawing/2010/main" val="0"/>
              </a:ext>
            </a:extLst>
          </a:blip>
          <a:srcRect l="19512"/>
          <a:stretch/>
        </p:blipFill>
        <p:spPr>
          <a:xfrm>
            <a:off x="0" y="981126"/>
            <a:ext cx="4601352" cy="5716854"/>
          </a:xfrm>
          <a:prstGeom prst="rect">
            <a:avLst/>
          </a:prstGeom>
        </p:spPr>
      </p:pic>
      <p:pic>
        <p:nvPicPr>
          <p:cNvPr id="20" name="Graphique 19">
            <a:extLst>
              <a:ext uri="{FF2B5EF4-FFF2-40B4-BE49-F238E27FC236}">
                <a16:creationId xmlns:a16="http://schemas.microsoft.com/office/drawing/2014/main" id="{E2C0E736-4FC1-033E-3F5C-162A4480068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776584" y="6420115"/>
            <a:ext cx="1008000" cy="292840"/>
          </a:xfrm>
          <a:prstGeom prst="rect">
            <a:avLst/>
          </a:prstGeom>
        </p:spPr>
      </p:pic>
    </p:spTree>
    <p:extLst>
      <p:ext uri="{BB962C8B-B14F-4D97-AF65-F5344CB8AC3E}">
        <p14:creationId xmlns:p14="http://schemas.microsoft.com/office/powerpoint/2010/main" val="3155956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9223F-418E-4C47-AD24-5BAFBBCC5981}"/>
              </a:ext>
            </a:extLst>
          </p:cNvPr>
          <p:cNvSpPr>
            <a:spLocks noGrp="1"/>
          </p:cNvSpPr>
          <p:nvPr>
            <p:ph type="title"/>
          </p:nvPr>
        </p:nvSpPr>
        <p:spPr>
          <a:xfrm>
            <a:off x="504000" y="431880"/>
            <a:ext cx="8280000" cy="424732"/>
          </a:xfrm>
        </p:spPr>
        <p:txBody>
          <a:bodyPr/>
          <a:lstStyle/>
          <a:p>
            <a:r>
              <a:rPr lang="fr-FR"/>
              <a:t>Modifiez le style du titre</a:t>
            </a:r>
          </a:p>
        </p:txBody>
      </p:sp>
      <p:sp>
        <p:nvSpPr>
          <p:cNvPr id="3" name="Espace réservé du contenu 2">
            <a:extLst>
              <a:ext uri="{FF2B5EF4-FFF2-40B4-BE49-F238E27FC236}">
                <a16:creationId xmlns:a16="http://schemas.microsoft.com/office/drawing/2014/main" id="{DBF730ED-56E7-4006-A4BD-2EFC44A1D3A3}"/>
              </a:ext>
            </a:extLst>
          </p:cNvPr>
          <p:cNvSpPr>
            <a:spLocks noGrp="1"/>
          </p:cNvSpPr>
          <p:nvPr>
            <p:ph idx="1"/>
          </p:nvPr>
        </p:nvSpPr>
        <p:spPr>
          <a:xfrm>
            <a:off x="504000" y="1512000"/>
            <a:ext cx="11160000" cy="13075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18F21889-5C53-411F-A136-BDE2049C83A9}"/>
              </a:ext>
            </a:extLst>
          </p:cNvPr>
          <p:cNvSpPr>
            <a:spLocks noGrp="1"/>
          </p:cNvSpPr>
          <p:nvPr>
            <p:ph type="sldNum" sz="quarter" idx="10"/>
          </p:nvPr>
        </p:nvSpPr>
        <p:spPr/>
        <p:txBody>
          <a:bodyPr/>
          <a:lstStyle/>
          <a:p>
            <a:fld id="{84E72597-5FA9-473E-9DF2-B958DF9446F5}" type="slidenum">
              <a:rPr lang="fr-FR" smtClean="0"/>
              <a:pPr/>
              <a:t>‹N°›</a:t>
            </a:fld>
            <a:endParaRPr lang="fr-FR"/>
          </a:p>
        </p:txBody>
      </p:sp>
    </p:spTree>
    <p:extLst>
      <p:ext uri="{BB962C8B-B14F-4D97-AF65-F5344CB8AC3E}">
        <p14:creationId xmlns:p14="http://schemas.microsoft.com/office/powerpoint/2010/main" val="2623058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niveau 1 gra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BF730ED-56E7-4006-A4BD-2EFC44A1D3A3}"/>
              </a:ext>
            </a:extLst>
          </p:cNvPr>
          <p:cNvSpPr>
            <a:spLocks noGrp="1"/>
          </p:cNvSpPr>
          <p:nvPr>
            <p:ph idx="1"/>
          </p:nvPr>
        </p:nvSpPr>
        <p:spPr>
          <a:xfrm>
            <a:off x="504000" y="1512000"/>
            <a:ext cx="11160000" cy="1307537"/>
          </a:xfrm>
        </p:spPr>
        <p:txBody>
          <a:bodyPr lIns="90000"/>
          <a:lstStyle>
            <a:lvl1pPr marL="0" indent="0">
              <a:buFontTx/>
              <a:buNone/>
              <a:defRPr b="1">
                <a:solidFill>
                  <a:schemeClr val="accent1"/>
                </a:solidFill>
              </a:defRPr>
            </a:lvl1pPr>
            <a:lvl2pPr marL="216000" indent="-216000">
              <a:buClr>
                <a:schemeClr val="accent2"/>
              </a:buClr>
              <a:buFont typeface="Arial" panose="020B0604020202020204" pitchFamily="34" charset="0"/>
              <a:buChar char="●"/>
              <a:defRPr/>
            </a:lvl2pPr>
            <a:lvl3pPr marL="432000" indent="-144000">
              <a:buFont typeface="Arial" panose="020B0604020202020204" pitchFamily="34" charset="0"/>
              <a:buChar char="•"/>
              <a:defRPr/>
            </a:lvl3pPr>
            <a:lvl4pPr marL="648000" indent="-142875">
              <a:buFont typeface="Wingdings" panose="05000000000000000000" pitchFamily="2" charset="2"/>
              <a:buChar char=""/>
              <a:defRPr/>
            </a:lvl4pPr>
            <a:lvl5pPr marL="864000" indent="-144000">
              <a:buFont typeface="Arial" panose="020B0604020202020204" pitchFamily="34" charset="0"/>
              <a:buChar cha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18F21889-5C53-411F-A136-BDE2049C83A9}"/>
              </a:ext>
            </a:extLst>
          </p:cNvPr>
          <p:cNvSpPr>
            <a:spLocks noGrp="1"/>
          </p:cNvSpPr>
          <p:nvPr>
            <p:ph type="sldNum" sz="quarter" idx="10"/>
          </p:nvPr>
        </p:nvSpPr>
        <p:spPr/>
        <p:txBody>
          <a:bodyPr/>
          <a:lstStyle/>
          <a:p>
            <a:fld id="{84E72597-5FA9-473E-9DF2-B958DF9446F5}" type="slidenum">
              <a:rPr lang="fr-FR" smtClean="0"/>
              <a:pPr/>
              <a:t>‹N°›</a:t>
            </a:fld>
            <a:endParaRPr lang="fr-FR"/>
          </a:p>
        </p:txBody>
      </p:sp>
      <p:sp>
        <p:nvSpPr>
          <p:cNvPr id="4" name="Titre 3">
            <a:extLst>
              <a:ext uri="{FF2B5EF4-FFF2-40B4-BE49-F238E27FC236}">
                <a16:creationId xmlns:a16="http://schemas.microsoft.com/office/drawing/2014/main" id="{17CF8904-D686-B046-EBFB-9CEB0AB2AEFB}"/>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733700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a:t>Modifiez le style du titre</a:t>
            </a:r>
          </a:p>
        </p:txBody>
      </p:sp>
      <p:sp>
        <p:nvSpPr>
          <p:cNvPr id="9" name="Espace réservé du numéro de diapositive 8">
            <a:extLst>
              <a:ext uri="{FF2B5EF4-FFF2-40B4-BE49-F238E27FC236}">
                <a16:creationId xmlns:a16="http://schemas.microsoft.com/office/drawing/2014/main" id="{875F86B4-C116-422A-8654-C36BAC2C0D20}"/>
              </a:ext>
            </a:extLst>
          </p:cNvPr>
          <p:cNvSpPr>
            <a:spLocks noGrp="1"/>
          </p:cNvSpPr>
          <p:nvPr>
            <p:ph type="sldNum" sz="quarter" idx="10"/>
          </p:nvPr>
        </p:nvSpPr>
        <p:spPr/>
        <p:txBody>
          <a:bodyPr/>
          <a:lstStyle/>
          <a:p>
            <a:fld id="{84E72597-5FA9-473E-9DF2-B958DF9446F5}" type="slidenum">
              <a:rPr lang="fr-FR" smtClean="0"/>
              <a:pPr/>
              <a:t>‹N°›</a:t>
            </a:fld>
            <a:endParaRPr lang="fr-FR"/>
          </a:p>
        </p:txBody>
      </p:sp>
    </p:spTree>
    <p:extLst>
      <p:ext uri="{BB962C8B-B14F-4D97-AF65-F5344CB8AC3E}">
        <p14:creationId xmlns:p14="http://schemas.microsoft.com/office/powerpoint/2010/main" val="2186108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re et contenu gauch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9223F-418E-4C47-AD24-5BAFBBCC5981}"/>
              </a:ext>
            </a:extLst>
          </p:cNvPr>
          <p:cNvSpPr>
            <a:spLocks noGrp="1"/>
          </p:cNvSpPr>
          <p:nvPr>
            <p:ph type="title"/>
          </p:nvPr>
        </p:nvSpPr>
        <p:spPr>
          <a:xfrm>
            <a:off x="504000" y="431880"/>
            <a:ext cx="8280000" cy="424732"/>
          </a:xfrm>
        </p:spPr>
        <p:txBody>
          <a:bodyPr/>
          <a:lstStyle/>
          <a:p>
            <a:r>
              <a:rPr lang="fr-FR"/>
              <a:t>Modifiez le style du titre</a:t>
            </a:r>
          </a:p>
        </p:txBody>
      </p:sp>
      <p:sp>
        <p:nvSpPr>
          <p:cNvPr id="3" name="Espace réservé du contenu 2">
            <a:extLst>
              <a:ext uri="{FF2B5EF4-FFF2-40B4-BE49-F238E27FC236}">
                <a16:creationId xmlns:a16="http://schemas.microsoft.com/office/drawing/2014/main" id="{DBF730ED-56E7-4006-A4BD-2EFC44A1D3A3}"/>
              </a:ext>
            </a:extLst>
          </p:cNvPr>
          <p:cNvSpPr>
            <a:spLocks noGrp="1"/>
          </p:cNvSpPr>
          <p:nvPr>
            <p:ph idx="1"/>
          </p:nvPr>
        </p:nvSpPr>
        <p:spPr>
          <a:xfrm>
            <a:off x="504000" y="1512000"/>
            <a:ext cx="5194980" cy="13075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18F21889-5C53-411F-A136-BDE2049C83A9}"/>
              </a:ext>
            </a:extLst>
          </p:cNvPr>
          <p:cNvSpPr>
            <a:spLocks noGrp="1"/>
          </p:cNvSpPr>
          <p:nvPr>
            <p:ph type="sldNum" sz="quarter" idx="10"/>
          </p:nvPr>
        </p:nvSpPr>
        <p:spPr/>
        <p:txBody>
          <a:bodyPr/>
          <a:lstStyle/>
          <a:p>
            <a:fld id="{84E72597-5FA9-473E-9DF2-B958DF9446F5}" type="slidenum">
              <a:rPr lang="fr-FR" smtClean="0"/>
              <a:pPr/>
              <a:t>‹N°›</a:t>
            </a:fld>
            <a:endParaRPr lang="fr-FR"/>
          </a:p>
        </p:txBody>
      </p:sp>
    </p:spTree>
    <p:extLst>
      <p:ext uri="{BB962C8B-B14F-4D97-AF65-F5344CB8AC3E}">
        <p14:creationId xmlns:p14="http://schemas.microsoft.com/office/powerpoint/2010/main" val="2820131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re et contenu dro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9223F-418E-4C47-AD24-5BAFBBCC598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BF730ED-56E7-4006-A4BD-2EFC44A1D3A3}"/>
              </a:ext>
            </a:extLst>
          </p:cNvPr>
          <p:cNvSpPr>
            <a:spLocks noGrp="1"/>
          </p:cNvSpPr>
          <p:nvPr>
            <p:ph idx="1"/>
          </p:nvPr>
        </p:nvSpPr>
        <p:spPr>
          <a:xfrm>
            <a:off x="6084000" y="1512000"/>
            <a:ext cx="5760000" cy="13075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18F21889-5C53-411F-A136-BDE2049C83A9}"/>
              </a:ext>
            </a:extLst>
          </p:cNvPr>
          <p:cNvSpPr>
            <a:spLocks noGrp="1"/>
          </p:cNvSpPr>
          <p:nvPr>
            <p:ph type="sldNum" sz="quarter" idx="10"/>
          </p:nvPr>
        </p:nvSpPr>
        <p:spPr/>
        <p:txBody>
          <a:bodyPr/>
          <a:lstStyle/>
          <a:p>
            <a:fld id="{84E72597-5FA9-473E-9DF2-B958DF9446F5}" type="slidenum">
              <a:rPr lang="fr-FR" smtClean="0"/>
              <a:pPr/>
              <a:t>‹N°›</a:t>
            </a:fld>
            <a:endParaRPr lang="fr-FR"/>
          </a:p>
        </p:txBody>
      </p:sp>
    </p:spTree>
    <p:extLst>
      <p:ext uri="{BB962C8B-B14F-4D97-AF65-F5344CB8AC3E}">
        <p14:creationId xmlns:p14="http://schemas.microsoft.com/office/powerpoint/2010/main" val="1874456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contenu droite niveau 1 gra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9223F-418E-4C47-AD24-5BAFBBCC5981}"/>
              </a:ext>
            </a:extLst>
          </p:cNvPr>
          <p:cNvSpPr>
            <a:spLocks noGrp="1"/>
          </p:cNvSpPr>
          <p:nvPr>
            <p:ph type="title"/>
          </p:nvPr>
        </p:nvSpPr>
        <p:spPr/>
        <p:txBody>
          <a:bodyPr/>
          <a:lstStyle/>
          <a:p>
            <a:r>
              <a:rPr lang="fr-FR"/>
              <a:t>Modifiez le style du titre</a:t>
            </a:r>
          </a:p>
        </p:txBody>
      </p:sp>
      <p:sp>
        <p:nvSpPr>
          <p:cNvPr id="7" name="Espace réservé du numéro de diapositive 6">
            <a:extLst>
              <a:ext uri="{FF2B5EF4-FFF2-40B4-BE49-F238E27FC236}">
                <a16:creationId xmlns:a16="http://schemas.microsoft.com/office/drawing/2014/main" id="{18F21889-5C53-411F-A136-BDE2049C83A9}"/>
              </a:ext>
            </a:extLst>
          </p:cNvPr>
          <p:cNvSpPr>
            <a:spLocks noGrp="1"/>
          </p:cNvSpPr>
          <p:nvPr>
            <p:ph type="sldNum" sz="quarter" idx="10"/>
          </p:nvPr>
        </p:nvSpPr>
        <p:spPr/>
        <p:txBody>
          <a:bodyPr/>
          <a:lstStyle/>
          <a:p>
            <a:fld id="{84E72597-5FA9-473E-9DF2-B958DF9446F5}" type="slidenum">
              <a:rPr lang="fr-FR" smtClean="0"/>
              <a:pPr/>
              <a:t>‹N°›</a:t>
            </a:fld>
            <a:endParaRPr lang="fr-FR"/>
          </a:p>
        </p:txBody>
      </p:sp>
      <p:sp>
        <p:nvSpPr>
          <p:cNvPr id="4" name="Espace réservé du contenu 2">
            <a:extLst>
              <a:ext uri="{FF2B5EF4-FFF2-40B4-BE49-F238E27FC236}">
                <a16:creationId xmlns:a16="http://schemas.microsoft.com/office/drawing/2014/main" id="{D32733F2-FC75-5575-187A-423B16B2A066}"/>
              </a:ext>
            </a:extLst>
          </p:cNvPr>
          <p:cNvSpPr>
            <a:spLocks noGrp="1"/>
          </p:cNvSpPr>
          <p:nvPr>
            <p:ph idx="11"/>
          </p:nvPr>
        </p:nvSpPr>
        <p:spPr>
          <a:xfrm>
            <a:off x="6084000" y="1512000"/>
            <a:ext cx="5760000" cy="1542987"/>
          </a:xfrm>
        </p:spPr>
        <p:txBody>
          <a:bodyPr lIns="90000"/>
          <a:lstStyle>
            <a:lvl1pPr marL="0" indent="0">
              <a:buFontTx/>
              <a:buNone/>
              <a:defRPr b="1">
                <a:solidFill>
                  <a:schemeClr val="accent1"/>
                </a:solidFill>
              </a:defRPr>
            </a:lvl1pPr>
            <a:lvl2pPr marL="216000" indent="-216000">
              <a:buClr>
                <a:schemeClr val="accent2"/>
              </a:buClr>
              <a:buFont typeface="Arial" panose="020B0604020202020204" pitchFamily="34" charset="0"/>
              <a:buChar char="●"/>
              <a:defRPr/>
            </a:lvl2pPr>
            <a:lvl3pPr marL="432000" indent="-144000">
              <a:buFont typeface="Arial" panose="020B0604020202020204" pitchFamily="34" charset="0"/>
              <a:buChar char="•"/>
              <a:defRPr/>
            </a:lvl3pPr>
            <a:lvl4pPr marL="648000" indent="-142875">
              <a:buFont typeface="Wingdings" panose="05000000000000000000" pitchFamily="2" charset="2"/>
              <a:buChar char=""/>
              <a:defRPr/>
            </a:lvl4pPr>
            <a:lvl5pPr marL="864000" indent="-144000">
              <a:buFont typeface="Arial" panose="020B0604020202020204" pitchFamily="34" charset="0"/>
              <a:buChar cha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1733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re et contenu mise en ava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1F8296C-5294-7514-767A-879640AB72EE}"/>
              </a:ext>
            </a:extLst>
          </p:cNvPr>
          <p:cNvSpPr/>
          <p:nvPr userDrawn="1"/>
        </p:nvSpPr>
        <p:spPr>
          <a:xfrm>
            <a:off x="6096000" y="0"/>
            <a:ext cx="6096000" cy="6858000"/>
          </a:xfrm>
          <a:prstGeom prst="rect">
            <a:avLst/>
          </a:prstGeom>
          <a:gradFill flip="none" rotWithShape="1">
            <a:gsLst>
              <a:gs pos="70000">
                <a:schemeClr val="bg1">
                  <a:alpha val="0"/>
                </a:schemeClr>
              </a:gs>
              <a:gs pos="88000">
                <a:schemeClr val="accent1">
                  <a:alpha val="36000"/>
                </a:schemeClr>
              </a:gs>
            </a:gsLst>
            <a:lin ang="1200000" scaled="0"/>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7" name="Forme libre : forme 6">
            <a:extLst>
              <a:ext uri="{FF2B5EF4-FFF2-40B4-BE49-F238E27FC236}">
                <a16:creationId xmlns:a16="http://schemas.microsoft.com/office/drawing/2014/main" id="{5AFDBAF3-DEF1-D41C-8BE7-86A1E93C9884}"/>
              </a:ext>
            </a:extLst>
          </p:cNvPr>
          <p:cNvSpPr/>
          <p:nvPr userDrawn="1"/>
        </p:nvSpPr>
        <p:spPr>
          <a:xfrm>
            <a:off x="0" y="0"/>
            <a:ext cx="4591192" cy="6858000"/>
          </a:xfrm>
          <a:custGeom>
            <a:avLst/>
            <a:gdLst>
              <a:gd name="connsiteX0" fmla="*/ 0 w 4591192"/>
              <a:gd name="connsiteY0" fmla="*/ 0 h 6858000"/>
              <a:gd name="connsiteX1" fmla="*/ 4591192 w 4591192"/>
              <a:gd name="connsiteY1" fmla="*/ 0 h 6858000"/>
              <a:gd name="connsiteX2" fmla="*/ 3423093 w 4591192"/>
              <a:gd name="connsiteY2" fmla="*/ 6858000 h 6858000"/>
              <a:gd name="connsiteX3" fmla="*/ 0 w 45911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91192" h="6858000">
                <a:moveTo>
                  <a:pt x="0" y="0"/>
                </a:moveTo>
                <a:lnTo>
                  <a:pt x="4591192" y="0"/>
                </a:lnTo>
                <a:lnTo>
                  <a:pt x="3423093" y="6858000"/>
                </a:lnTo>
                <a:lnTo>
                  <a:pt x="0" y="6858000"/>
                </a:lnTo>
                <a:close/>
              </a:path>
            </a:pathLst>
          </a:cu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prstClr val="white"/>
              </a:solidFill>
            </a:endParaRPr>
          </a:p>
        </p:txBody>
      </p:sp>
      <p:sp>
        <p:nvSpPr>
          <p:cNvPr id="3" name="Espace réservé du contenu 2">
            <a:extLst>
              <a:ext uri="{FF2B5EF4-FFF2-40B4-BE49-F238E27FC236}">
                <a16:creationId xmlns:a16="http://schemas.microsoft.com/office/drawing/2014/main" id="{DBF730ED-56E7-4006-A4BD-2EFC44A1D3A3}"/>
              </a:ext>
            </a:extLst>
          </p:cNvPr>
          <p:cNvSpPr>
            <a:spLocks noGrp="1"/>
          </p:cNvSpPr>
          <p:nvPr>
            <p:ph idx="1"/>
          </p:nvPr>
        </p:nvSpPr>
        <p:spPr>
          <a:xfrm>
            <a:off x="4872446" y="2782157"/>
            <a:ext cx="6454415" cy="1293687"/>
          </a:xfrm>
        </p:spPr>
        <p:txBody>
          <a:bodyPr anchor="ctr"/>
          <a:lstStyle>
            <a:lvl1pPr>
              <a:defRPr b="0"/>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itre 3">
            <a:extLst>
              <a:ext uri="{FF2B5EF4-FFF2-40B4-BE49-F238E27FC236}">
                <a16:creationId xmlns:a16="http://schemas.microsoft.com/office/drawing/2014/main" id="{D260FBEA-134A-06F1-6FCE-CEFA1B186068}"/>
              </a:ext>
            </a:extLst>
          </p:cNvPr>
          <p:cNvSpPr>
            <a:spLocks noGrp="1"/>
          </p:cNvSpPr>
          <p:nvPr>
            <p:ph type="title"/>
          </p:nvPr>
        </p:nvSpPr>
        <p:spPr>
          <a:xfrm>
            <a:off x="183949" y="984302"/>
            <a:ext cx="3709852" cy="1421928"/>
          </a:xfrm>
        </p:spPr>
        <p:txBody>
          <a:bodyPr/>
          <a:lstStyle>
            <a:lvl1pPr algn="ctr">
              <a:defRPr sz="3200">
                <a:solidFill>
                  <a:schemeClr val="bg1"/>
                </a:solidFill>
              </a:defRPr>
            </a:lvl1pPr>
          </a:lstStyle>
          <a:p>
            <a:r>
              <a:rPr lang="fr-FR"/>
              <a:t>Modifiez le style du titre</a:t>
            </a:r>
          </a:p>
        </p:txBody>
      </p:sp>
      <p:sp>
        <p:nvSpPr>
          <p:cNvPr id="8" name="Rectangle 7">
            <a:extLst>
              <a:ext uri="{FF2B5EF4-FFF2-40B4-BE49-F238E27FC236}">
                <a16:creationId xmlns:a16="http://schemas.microsoft.com/office/drawing/2014/main" id="{742099EA-59CD-F548-2029-5C30AFD71153}"/>
              </a:ext>
            </a:extLst>
          </p:cNvPr>
          <p:cNvSpPr/>
          <p:nvPr userDrawn="1"/>
        </p:nvSpPr>
        <p:spPr>
          <a:xfrm>
            <a:off x="0" y="0"/>
            <a:ext cx="12192000" cy="90000"/>
          </a:xfrm>
          <a:prstGeom prst="rect">
            <a:avLst/>
          </a:prstGeom>
          <a:gradFill flip="none" rotWithShape="1">
            <a:gsLst>
              <a:gs pos="79000">
                <a:srgbClr val="E2E6CE">
                  <a:alpha val="78000"/>
                </a:srgbClr>
              </a:gs>
              <a:gs pos="69000">
                <a:srgbClr val="A4B064"/>
              </a:gs>
              <a:gs pos="61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9" name="Rectangle 8">
            <a:extLst>
              <a:ext uri="{FF2B5EF4-FFF2-40B4-BE49-F238E27FC236}">
                <a16:creationId xmlns:a16="http://schemas.microsoft.com/office/drawing/2014/main" id="{B651AF89-AC2B-DDE4-7909-4E752D28F060}"/>
              </a:ext>
            </a:extLst>
          </p:cNvPr>
          <p:cNvSpPr/>
          <p:nvPr userDrawn="1"/>
        </p:nvSpPr>
        <p:spPr>
          <a:xfrm>
            <a:off x="0" y="6275070"/>
            <a:ext cx="12192000" cy="582930"/>
          </a:xfrm>
          <a:prstGeom prst="rect">
            <a:avLst/>
          </a:prstGeom>
          <a:solidFill>
            <a:schemeClr val="bg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0" name="Image 9" descr="Une image contenant texte, Police, capture d’écran, Graphique&#10;&#10;Description générée automatiquement">
            <a:extLst>
              <a:ext uri="{FF2B5EF4-FFF2-40B4-BE49-F238E27FC236}">
                <a16:creationId xmlns:a16="http://schemas.microsoft.com/office/drawing/2014/main" id="{D22C3AE9-B114-B9A4-7DAF-5CBEF7666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9884" y="336544"/>
            <a:ext cx="1859536" cy="675012"/>
          </a:xfrm>
          <a:prstGeom prst="rect">
            <a:avLst/>
          </a:prstGeom>
        </p:spPr>
      </p:pic>
      <p:sp>
        <p:nvSpPr>
          <p:cNvPr id="11" name="Parallélogramme 10">
            <a:extLst>
              <a:ext uri="{FF2B5EF4-FFF2-40B4-BE49-F238E27FC236}">
                <a16:creationId xmlns:a16="http://schemas.microsoft.com/office/drawing/2014/main" id="{7D2BEED9-BECE-6564-830D-0F7E83E6C23F}"/>
              </a:ext>
            </a:extLst>
          </p:cNvPr>
          <p:cNvSpPr/>
          <p:nvPr userDrawn="1"/>
        </p:nvSpPr>
        <p:spPr>
          <a:xfrm>
            <a:off x="7109461" y="207344"/>
            <a:ext cx="2489992" cy="836294"/>
          </a:xfrm>
          <a:prstGeom prst="parallelogram">
            <a:avLst/>
          </a:prstGeom>
          <a:gradFill>
            <a:gsLst>
              <a:gs pos="17000">
                <a:schemeClr val="bg1">
                  <a:alpha val="0"/>
                </a:schemeClr>
              </a:gs>
              <a:gs pos="90000">
                <a:schemeClr val="accent1">
                  <a:alpha val="59000"/>
                </a:schemeClr>
              </a:gs>
            </a:gsLst>
            <a:lin ang="6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2" name="Parallélogramme 11">
            <a:extLst>
              <a:ext uri="{FF2B5EF4-FFF2-40B4-BE49-F238E27FC236}">
                <a16:creationId xmlns:a16="http://schemas.microsoft.com/office/drawing/2014/main" id="{2F819BDE-BB21-433E-C61B-1A9955F9AE80}"/>
              </a:ext>
            </a:extLst>
          </p:cNvPr>
          <p:cNvSpPr/>
          <p:nvPr userDrawn="1"/>
        </p:nvSpPr>
        <p:spPr>
          <a:xfrm>
            <a:off x="9506064" y="154003"/>
            <a:ext cx="287653" cy="948991"/>
          </a:xfrm>
          <a:prstGeom prst="parallelogram">
            <a:avLst>
              <a:gd name="adj" fmla="val 83941"/>
            </a:avLst>
          </a:prstGeom>
          <a:gradFill flip="none" rotWithShape="1">
            <a:gsLst>
              <a:gs pos="15000">
                <a:srgbClr val="ACB772">
                  <a:alpha val="83000"/>
                </a:srgbClr>
              </a:gs>
              <a:gs pos="38837">
                <a:schemeClr val="accent1"/>
              </a:gs>
              <a:gs pos="63000">
                <a:schemeClr val="accent1"/>
              </a:gs>
              <a:gs pos="0">
                <a:schemeClr val="bg1">
                  <a:alpha val="0"/>
                </a:schemeClr>
              </a:gs>
              <a:gs pos="85000">
                <a:srgbClr val="C1C996">
                  <a:alpha val="70000"/>
                </a:srgbClr>
              </a:gs>
              <a:gs pos="100000">
                <a:schemeClr val="bg1">
                  <a:alpha val="0"/>
                </a:schemeClr>
              </a:gs>
            </a:gsLst>
            <a:lin ang="1620000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3" name="Graphique 12">
            <a:extLst>
              <a:ext uri="{FF2B5EF4-FFF2-40B4-BE49-F238E27FC236}">
                <a16:creationId xmlns:a16="http://schemas.microsoft.com/office/drawing/2014/main" id="{037814B0-2B71-4708-2264-ACFE456BA4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776584" y="6420115"/>
            <a:ext cx="1008000" cy="292840"/>
          </a:xfrm>
          <a:prstGeom prst="rect">
            <a:avLst/>
          </a:prstGeom>
        </p:spPr>
      </p:pic>
      <p:sp>
        <p:nvSpPr>
          <p:cNvPr id="15" name="Espace réservé du numéro de diapositive 14">
            <a:extLst>
              <a:ext uri="{FF2B5EF4-FFF2-40B4-BE49-F238E27FC236}">
                <a16:creationId xmlns:a16="http://schemas.microsoft.com/office/drawing/2014/main" id="{3BE50687-A093-EA5F-E791-AB4795B15E0B}"/>
              </a:ext>
            </a:extLst>
          </p:cNvPr>
          <p:cNvSpPr>
            <a:spLocks noGrp="1"/>
          </p:cNvSpPr>
          <p:nvPr>
            <p:ph type="sldNum" sz="quarter" idx="10"/>
          </p:nvPr>
        </p:nvSpPr>
        <p:spPr/>
        <p:txBody>
          <a:bodyPr/>
          <a:lstStyle/>
          <a:p>
            <a:fld id="{84E72597-5FA9-473E-9DF2-B958DF9446F5}" type="slidenum">
              <a:rPr lang="fr-FR" smtClean="0"/>
              <a:pPr/>
              <a:t>‹N°›</a:t>
            </a:fld>
            <a:endParaRPr lang="fr-FR"/>
          </a:p>
        </p:txBody>
      </p:sp>
    </p:spTree>
    <p:extLst>
      <p:ext uri="{BB962C8B-B14F-4D97-AF65-F5344CB8AC3E}">
        <p14:creationId xmlns:p14="http://schemas.microsoft.com/office/powerpoint/2010/main" val="2609374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1C5B22-9C48-1B20-B62D-67AF201B6E2A}"/>
              </a:ext>
            </a:extLst>
          </p:cNvPr>
          <p:cNvSpPr>
            <a:spLocks noGrp="1"/>
          </p:cNvSpPr>
          <p:nvPr>
            <p:ph sz="half" idx="1"/>
          </p:nvPr>
        </p:nvSpPr>
        <p:spPr>
          <a:xfrm>
            <a:off x="504000" y="1512000"/>
            <a:ext cx="5400000" cy="1210588"/>
          </a:xfrm>
        </p:spPr>
        <p:txBody>
          <a:bodyPr wrap="square">
            <a:spAutoFit/>
          </a:bodyPr>
          <a:lstStyle>
            <a:lvl1pPr>
              <a:defRPr sz="1600"/>
            </a:lvl1pPr>
            <a:lvl2pPr>
              <a:defRPr sz="1400"/>
            </a:lvl2pPr>
            <a:lvl3pPr>
              <a:defRPr sz="1200"/>
            </a:lvl3pPr>
            <a:lvl4pPr>
              <a:defRPr sz="1100"/>
            </a:lvl4pPr>
            <a:lvl5pPr>
              <a:defRPr sz="105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E92D443-B9D0-69BD-E55C-4D8D937283B9}"/>
              </a:ext>
            </a:extLst>
          </p:cNvPr>
          <p:cNvSpPr>
            <a:spLocks noGrp="1"/>
          </p:cNvSpPr>
          <p:nvPr>
            <p:ph sz="half" idx="2"/>
          </p:nvPr>
        </p:nvSpPr>
        <p:spPr>
          <a:xfrm>
            <a:off x="6336000" y="1512000"/>
            <a:ext cx="5400000" cy="1210588"/>
          </a:xfrm>
        </p:spPr>
        <p:txBody>
          <a:bodyPr wrap="square">
            <a:spAutoFit/>
          </a:bodyPr>
          <a:lstStyle>
            <a:lvl1pPr>
              <a:defRPr sz="1600"/>
            </a:lvl1pPr>
            <a:lvl2pPr>
              <a:defRPr sz="1400"/>
            </a:lvl2pPr>
            <a:lvl3pPr>
              <a:defRPr sz="1200"/>
            </a:lvl3pPr>
            <a:lvl4pPr>
              <a:defRPr sz="1100"/>
            </a:lvl4pPr>
            <a:lvl5pPr>
              <a:defRPr sz="105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7">
            <a:extLst>
              <a:ext uri="{FF2B5EF4-FFF2-40B4-BE49-F238E27FC236}">
                <a16:creationId xmlns:a16="http://schemas.microsoft.com/office/drawing/2014/main" id="{130CA3A9-68C9-F4E6-050D-5CB70524DB97}"/>
              </a:ext>
            </a:extLst>
          </p:cNvPr>
          <p:cNvSpPr>
            <a:spLocks noGrp="1"/>
          </p:cNvSpPr>
          <p:nvPr>
            <p:ph type="sldNum" sz="quarter" idx="10"/>
          </p:nvPr>
        </p:nvSpPr>
        <p:spPr/>
        <p:txBody>
          <a:bodyPr/>
          <a:lstStyle/>
          <a:p>
            <a:fld id="{84E72597-5FA9-473E-9DF2-B958DF9446F5}" type="slidenum">
              <a:rPr lang="fr-FR" smtClean="0"/>
              <a:pPr/>
              <a:t>‹N°›</a:t>
            </a:fld>
            <a:endParaRPr lang="fr-FR"/>
          </a:p>
        </p:txBody>
      </p:sp>
      <p:sp>
        <p:nvSpPr>
          <p:cNvPr id="5" name="Titre 4">
            <a:extLst>
              <a:ext uri="{FF2B5EF4-FFF2-40B4-BE49-F238E27FC236}">
                <a16:creationId xmlns:a16="http://schemas.microsoft.com/office/drawing/2014/main" id="{88ED3C74-72CB-2DB4-4145-9CF9D146B1E2}"/>
              </a:ext>
            </a:extLst>
          </p:cNvPr>
          <p:cNvSpPr>
            <a:spLocks noGrp="1"/>
          </p:cNvSpPr>
          <p:nvPr>
            <p:ph type="title"/>
          </p:nvPr>
        </p:nvSpPr>
        <p:spPr>
          <a:xfrm>
            <a:off x="504000" y="431880"/>
            <a:ext cx="8280000" cy="424732"/>
          </a:xfrm>
        </p:spPr>
        <p:txBody>
          <a:bodyPr/>
          <a:lstStyle/>
          <a:p>
            <a:r>
              <a:rPr lang="fr-FR"/>
              <a:t>Modifiez le style du titre</a:t>
            </a:r>
          </a:p>
        </p:txBody>
      </p:sp>
    </p:spTree>
    <p:extLst>
      <p:ext uri="{BB962C8B-B14F-4D97-AF65-F5344CB8AC3E}">
        <p14:creationId xmlns:p14="http://schemas.microsoft.com/office/powerpoint/2010/main" val="139435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ux contenus niveau 1 gra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4000" y="1512000"/>
            <a:ext cx="5400000" cy="1189813"/>
          </a:xfrm>
        </p:spPr>
        <p:txBody>
          <a:bodyPr vert="horz" wrap="square" lIns="90000" tIns="45720" rIns="91440" bIns="45720" rtlCol="0">
            <a:spAutoFit/>
          </a:bodyPr>
          <a:lstStyle>
            <a:lvl1pPr>
              <a:defRPr lang="fr-FR" sz="1600" b="1">
                <a:solidFill>
                  <a:schemeClr val="accent1"/>
                </a:solidFill>
              </a:defRPr>
            </a:lvl1pPr>
            <a:lvl2pPr>
              <a:buClr>
                <a:schemeClr val="accent2"/>
              </a:buClr>
              <a:defRPr lang="fr-FR" sz="1400"/>
            </a:lvl2pPr>
            <a:lvl3pPr>
              <a:defRPr lang="fr-FR" sz="1200"/>
            </a:lvl3pPr>
            <a:lvl4pPr>
              <a:defRPr lang="fr-FR" sz="1100"/>
            </a:lvl4pPr>
            <a:lvl5pPr>
              <a:defRPr lang="en-US" sz="1050" dirty="0"/>
            </a:lvl5pPr>
          </a:lstStyle>
          <a:p>
            <a:pPr marL="0" lvl="0" indent="0">
              <a:buNone/>
            </a:pPr>
            <a:r>
              <a:rPr lang="fr-FR"/>
              <a:t>Modifiez les styles du texte du masque</a:t>
            </a:r>
          </a:p>
          <a:p>
            <a:pPr marL="216000" lvl="1" indent="-216000">
              <a:buFont typeface="Arial" panose="020B0604020202020204" pitchFamily="34" charset="0"/>
              <a:buChar char="●"/>
            </a:pPr>
            <a:r>
              <a:rPr lang="fr-FR"/>
              <a:t>Deuxième niveau</a:t>
            </a:r>
          </a:p>
          <a:p>
            <a:pPr marL="432000" lvl="2">
              <a:buFont typeface="Calibri" panose="020F0502020204030204" pitchFamily="34" charset="0"/>
              <a:buChar char="‒"/>
            </a:pPr>
            <a:r>
              <a:rPr lang="fr-FR"/>
              <a:t>Troisième niveau</a:t>
            </a:r>
          </a:p>
          <a:p>
            <a:pPr marL="648000" lvl="3">
              <a:buFont typeface="Wingdings" panose="05000000000000000000" pitchFamily="2" charset="2"/>
              <a:buChar char=""/>
            </a:pPr>
            <a:r>
              <a:rPr lang="fr-FR"/>
              <a:t>Quatrième niveau</a:t>
            </a:r>
          </a:p>
          <a:p>
            <a:pPr marL="864000" lvl="4">
              <a:buFont typeface="Calibri" panose="020F0502020204030204" pitchFamily="34" charset="0"/>
              <a:buChar char="‐"/>
            </a:pPr>
            <a:r>
              <a:rPr lang="fr-FR"/>
              <a:t>Cinquième niveau</a:t>
            </a:r>
            <a:endParaRPr lang="en-US" dirty="0"/>
          </a:p>
        </p:txBody>
      </p:sp>
      <p:sp>
        <p:nvSpPr>
          <p:cNvPr id="4" name="Content Placeholder 3"/>
          <p:cNvSpPr>
            <a:spLocks noGrp="1"/>
          </p:cNvSpPr>
          <p:nvPr>
            <p:ph sz="half" idx="2"/>
          </p:nvPr>
        </p:nvSpPr>
        <p:spPr>
          <a:xfrm>
            <a:off x="6336000" y="1512000"/>
            <a:ext cx="5400000" cy="1189813"/>
          </a:xfrm>
        </p:spPr>
        <p:txBody>
          <a:bodyPr vert="horz" wrap="square" lIns="90000" tIns="45720" rIns="91440" bIns="45720" rtlCol="0">
            <a:spAutoFit/>
          </a:bodyPr>
          <a:lstStyle>
            <a:lvl1pPr>
              <a:defRPr lang="fr-FR" sz="1600" b="1">
                <a:solidFill>
                  <a:schemeClr val="accent1"/>
                </a:solidFill>
              </a:defRPr>
            </a:lvl1pPr>
            <a:lvl2pPr>
              <a:buClr>
                <a:schemeClr val="accent2"/>
              </a:buClr>
              <a:defRPr lang="fr-FR" sz="1400"/>
            </a:lvl2pPr>
            <a:lvl3pPr>
              <a:defRPr lang="fr-FR" sz="1200"/>
            </a:lvl3pPr>
            <a:lvl4pPr>
              <a:defRPr lang="fr-FR" sz="1100"/>
            </a:lvl4pPr>
            <a:lvl5pPr>
              <a:defRPr lang="en-US" sz="1050" dirty="0"/>
            </a:lvl5pPr>
          </a:lstStyle>
          <a:p>
            <a:pPr marL="0" lvl="0" indent="0">
              <a:buNone/>
            </a:pPr>
            <a:r>
              <a:rPr lang="fr-FR"/>
              <a:t>Modifiez les styles du texte du masque</a:t>
            </a:r>
          </a:p>
          <a:p>
            <a:pPr marL="216000" lvl="1" indent="-216000">
              <a:buFont typeface="Arial" panose="020B0604020202020204" pitchFamily="34" charset="0"/>
              <a:buChar char="●"/>
            </a:pPr>
            <a:r>
              <a:rPr lang="fr-FR"/>
              <a:t>Deuxième niveau</a:t>
            </a:r>
          </a:p>
          <a:p>
            <a:pPr marL="432000" lvl="2">
              <a:buFont typeface="Calibri" panose="020F0502020204030204" pitchFamily="34" charset="0"/>
              <a:buChar char="‒"/>
            </a:pPr>
            <a:r>
              <a:rPr lang="fr-FR"/>
              <a:t>Troisième niveau</a:t>
            </a:r>
          </a:p>
          <a:p>
            <a:pPr marL="648000" lvl="3">
              <a:buFont typeface="Wingdings" panose="05000000000000000000" pitchFamily="2" charset="2"/>
              <a:buChar char=""/>
            </a:pPr>
            <a:r>
              <a:rPr lang="fr-FR"/>
              <a:t>Quatrième niveau</a:t>
            </a:r>
          </a:p>
          <a:p>
            <a:pPr marL="864000" lvl="4">
              <a:buFont typeface="Calibri" panose="020F0502020204030204" pitchFamily="34" charset="0"/>
              <a:buChar char="‐"/>
            </a:pPr>
            <a:r>
              <a:rPr lang="fr-FR"/>
              <a:t>Cinquième niveau</a:t>
            </a:r>
            <a:endParaRPr lang="en-US" dirty="0"/>
          </a:p>
        </p:txBody>
      </p:sp>
      <p:sp>
        <p:nvSpPr>
          <p:cNvPr id="6" name="Espace réservé du numéro de diapositive 5"/>
          <p:cNvSpPr>
            <a:spLocks noGrp="1"/>
          </p:cNvSpPr>
          <p:nvPr>
            <p:ph type="sldNum" sz="quarter" idx="10"/>
          </p:nvPr>
        </p:nvSpPr>
        <p:spPr/>
        <p:txBody>
          <a:bodyPr/>
          <a:lstStyle/>
          <a:p>
            <a:fld id="{84E72597-5FA9-473E-9DF2-B958DF9446F5}" type="slidenum">
              <a:rPr lang="fr-FR" smtClean="0"/>
              <a:pPr/>
              <a:t>‹N°›</a:t>
            </a:fld>
            <a:endParaRPr lang="fr-FR"/>
          </a:p>
        </p:txBody>
      </p:sp>
      <p:sp>
        <p:nvSpPr>
          <p:cNvPr id="5" name="Titre 4">
            <a:extLst>
              <a:ext uri="{FF2B5EF4-FFF2-40B4-BE49-F238E27FC236}">
                <a16:creationId xmlns:a16="http://schemas.microsoft.com/office/drawing/2014/main" id="{252A3F81-231F-8CA0-48EB-026F8687284B}"/>
              </a:ext>
            </a:extLst>
          </p:cNvPr>
          <p:cNvSpPr>
            <a:spLocks noGrp="1"/>
          </p:cNvSpPr>
          <p:nvPr>
            <p:ph type="title"/>
          </p:nvPr>
        </p:nvSpPr>
        <p:spPr>
          <a:xfrm>
            <a:off x="504000" y="431880"/>
            <a:ext cx="8280000" cy="424732"/>
          </a:xfrm>
        </p:spPr>
        <p:txBody>
          <a:bodyPr/>
          <a:lstStyle/>
          <a:p>
            <a:r>
              <a:rPr lang="fr-FR"/>
              <a:t>Modifiez le style du titre</a:t>
            </a:r>
          </a:p>
        </p:txBody>
      </p:sp>
    </p:spTree>
    <p:extLst>
      <p:ext uri="{BB962C8B-B14F-4D97-AF65-F5344CB8AC3E}">
        <p14:creationId xmlns:p14="http://schemas.microsoft.com/office/powerpoint/2010/main" val="3492557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 avec image">
    <p:spTree>
      <p:nvGrpSpPr>
        <p:cNvPr id="1" name=""/>
        <p:cNvGrpSpPr/>
        <p:nvPr/>
      </p:nvGrpSpPr>
      <p:grpSpPr>
        <a:xfrm>
          <a:off x="0" y="0"/>
          <a:ext cx="0" cy="0"/>
          <a:chOff x="0" y="0"/>
          <a:chExt cx="0" cy="0"/>
        </a:xfrm>
      </p:grpSpPr>
      <p:sp>
        <p:nvSpPr>
          <p:cNvPr id="9" name="Espace réservé du numéro de diapositive 8">
            <a:extLst>
              <a:ext uri="{FF2B5EF4-FFF2-40B4-BE49-F238E27FC236}">
                <a16:creationId xmlns:a16="http://schemas.microsoft.com/office/drawing/2014/main" id="{875F86B4-C116-422A-8654-C36BAC2C0D20}"/>
              </a:ext>
            </a:extLst>
          </p:cNvPr>
          <p:cNvSpPr>
            <a:spLocks noGrp="1"/>
          </p:cNvSpPr>
          <p:nvPr>
            <p:ph type="sldNum" sz="quarter" idx="10"/>
          </p:nvPr>
        </p:nvSpPr>
        <p:spPr/>
        <p:txBody>
          <a:bodyPr/>
          <a:lstStyle/>
          <a:p>
            <a:fld id="{84E72597-5FA9-473E-9DF2-B958DF9446F5}" type="slidenum">
              <a:rPr lang="fr-FR" smtClean="0"/>
              <a:pPr/>
              <a:t>‹N°›</a:t>
            </a:fld>
            <a:endParaRPr lang="fr-FR"/>
          </a:p>
        </p:txBody>
      </p:sp>
      <p:sp>
        <p:nvSpPr>
          <p:cNvPr id="5" name="Picture Placeholder 2">
            <a:extLst>
              <a:ext uri="{FF2B5EF4-FFF2-40B4-BE49-F238E27FC236}">
                <a16:creationId xmlns:a16="http://schemas.microsoft.com/office/drawing/2014/main" id="{91207E53-C09A-4777-B923-697F6309AFE0}"/>
              </a:ext>
            </a:extLst>
          </p:cNvPr>
          <p:cNvSpPr>
            <a:spLocks noGrp="1"/>
          </p:cNvSpPr>
          <p:nvPr>
            <p:ph type="pic" sz="quarter" idx="16"/>
          </p:nvPr>
        </p:nvSpPr>
        <p:spPr>
          <a:xfrm>
            <a:off x="504000" y="1718520"/>
            <a:ext cx="3276000" cy="1282701"/>
          </a:xfrm>
          <a:pattFill prst="pct5">
            <a:fgClr>
              <a:schemeClr val="tx1">
                <a:lumMod val="50000"/>
              </a:schemeClr>
            </a:fgClr>
            <a:bgClr>
              <a:schemeClr val="bg1">
                <a:lumMod val="95000"/>
              </a:schemeClr>
            </a:bgClr>
          </a:pattFill>
          <a:ln>
            <a:noFill/>
          </a:ln>
          <a:effectLst/>
        </p:spPr>
        <p:txBody>
          <a:bodyPr vert="horz" wrap="square" lIns="91440" tIns="45720" rIns="91440" bIns="45720" rtlCol="0" anchor="ctr">
            <a:normAutofit/>
          </a:bodyPr>
          <a:lstStyle>
            <a:lvl1pPr>
              <a:defRPr lang="en-US" sz="1200" baseline="0" dirty="0"/>
            </a:lvl1pPr>
          </a:lstStyle>
          <a:p>
            <a:pPr marL="0" lvl="0" indent="0" algn="ctr">
              <a:buNone/>
            </a:pPr>
            <a:r>
              <a:rPr lang="en-US"/>
              <a:t>Click icon to add picture</a:t>
            </a:r>
            <a:endParaRPr lang="en-US" dirty="0"/>
          </a:p>
        </p:txBody>
      </p:sp>
      <p:sp>
        <p:nvSpPr>
          <p:cNvPr id="6" name="Text Placeholder 3">
            <a:extLst>
              <a:ext uri="{FF2B5EF4-FFF2-40B4-BE49-F238E27FC236}">
                <a16:creationId xmlns:a16="http://schemas.microsoft.com/office/drawing/2014/main" id="{6CE29547-801A-4914-9CAA-015FA6B81EC8}"/>
              </a:ext>
            </a:extLst>
          </p:cNvPr>
          <p:cNvSpPr>
            <a:spLocks noGrp="1"/>
          </p:cNvSpPr>
          <p:nvPr>
            <p:ph type="body" sz="quarter" idx="17" hasCustomPrompt="1"/>
          </p:nvPr>
        </p:nvSpPr>
        <p:spPr>
          <a:xfrm>
            <a:off x="504000" y="3141345"/>
            <a:ext cx="3276000" cy="1196738"/>
          </a:xfrm>
        </p:spPr>
        <p:txBody>
          <a:bodyPr wrap="square" lIns="90000">
            <a:spAutoFit/>
          </a:bodyPr>
          <a:lstStyle>
            <a:lvl1pPr marL="216000" indent="-216000">
              <a:buSzPct val="100000"/>
              <a:buFont typeface="Wingdings" panose="05000000000000000000" pitchFamily="2" charset="2"/>
              <a:buChar char="l"/>
              <a:defRPr sz="1600"/>
            </a:lvl1pPr>
            <a:lvl2pPr marL="396000" indent="-179388">
              <a:defRPr sz="1400"/>
            </a:lvl2pPr>
            <a:lvl3pPr marL="576000" indent="-144000">
              <a:defRPr sz="1200"/>
            </a:lvl3pPr>
            <a:lvl4pPr marL="756000" indent="-142875">
              <a:spcBef>
                <a:spcPts val="400"/>
              </a:spcBef>
              <a:defRPr sz="1100"/>
            </a:lvl4pPr>
            <a:lvl5pPr marL="936000" indent="-142875">
              <a:defRPr sz="105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2">
            <a:extLst>
              <a:ext uri="{FF2B5EF4-FFF2-40B4-BE49-F238E27FC236}">
                <a16:creationId xmlns:a16="http://schemas.microsoft.com/office/drawing/2014/main" id="{9E22F6AA-4AD0-45D2-85CA-46F1FE74FECE}"/>
              </a:ext>
            </a:extLst>
          </p:cNvPr>
          <p:cNvSpPr>
            <a:spLocks noGrp="1"/>
          </p:cNvSpPr>
          <p:nvPr>
            <p:ph type="pic" sz="quarter" idx="18"/>
          </p:nvPr>
        </p:nvSpPr>
        <p:spPr>
          <a:xfrm>
            <a:off x="4382287" y="1718520"/>
            <a:ext cx="3276000" cy="1282701"/>
          </a:xfrm>
          <a:pattFill prst="pct5">
            <a:fgClr>
              <a:schemeClr val="tx1">
                <a:lumMod val="50000"/>
              </a:schemeClr>
            </a:fgClr>
            <a:bgClr>
              <a:schemeClr val="bg1">
                <a:lumMod val="95000"/>
              </a:schemeClr>
            </a:bgClr>
          </a:pattFill>
          <a:ln>
            <a:noFill/>
          </a:ln>
          <a:effectLst/>
        </p:spPr>
        <p:txBody>
          <a:bodyPr vert="horz" wrap="square" lIns="91440" tIns="45720" rIns="91440" bIns="45720" rtlCol="0" anchor="ctr">
            <a:normAutofit/>
          </a:bodyPr>
          <a:lstStyle>
            <a:lvl1pPr>
              <a:defRPr lang="en-US" sz="1200" baseline="0" dirty="0"/>
            </a:lvl1pPr>
          </a:lstStyle>
          <a:p>
            <a:pPr marL="0" lvl="0" indent="0" algn="ctr">
              <a:buNone/>
            </a:pPr>
            <a:r>
              <a:rPr lang="en-US"/>
              <a:t>Click icon to add picture</a:t>
            </a:r>
            <a:endParaRPr lang="en-US" dirty="0"/>
          </a:p>
        </p:txBody>
      </p:sp>
      <p:sp>
        <p:nvSpPr>
          <p:cNvPr id="13" name="Text Placeholder 3">
            <a:extLst>
              <a:ext uri="{FF2B5EF4-FFF2-40B4-BE49-F238E27FC236}">
                <a16:creationId xmlns:a16="http://schemas.microsoft.com/office/drawing/2014/main" id="{DE7C2BEA-2E27-4387-AA6C-7FF43476E481}"/>
              </a:ext>
            </a:extLst>
          </p:cNvPr>
          <p:cNvSpPr>
            <a:spLocks noGrp="1"/>
          </p:cNvSpPr>
          <p:nvPr>
            <p:ph type="body" sz="quarter" idx="19" hasCustomPrompt="1"/>
          </p:nvPr>
        </p:nvSpPr>
        <p:spPr>
          <a:xfrm>
            <a:off x="4382287" y="3141345"/>
            <a:ext cx="3276000" cy="1196738"/>
          </a:xfrm>
        </p:spPr>
        <p:txBody>
          <a:bodyPr wrap="square" lIns="90000">
            <a:spAutoFit/>
          </a:bodyPr>
          <a:lstStyle>
            <a:lvl1pPr marL="216000" indent="-216000">
              <a:buSzPct val="100000"/>
              <a:buFont typeface="Wingdings" panose="05000000000000000000" pitchFamily="2" charset="2"/>
              <a:buChar char="l"/>
              <a:defRPr sz="1600"/>
            </a:lvl1pPr>
            <a:lvl2pPr marL="396000" indent="-179388">
              <a:defRPr sz="1400"/>
            </a:lvl2pPr>
            <a:lvl3pPr marL="576000" indent="-144000">
              <a:defRPr sz="1200"/>
            </a:lvl3pPr>
            <a:lvl4pPr marL="756000" indent="-142875">
              <a:spcBef>
                <a:spcPts val="400"/>
              </a:spcBef>
              <a:defRPr sz="1100"/>
            </a:lvl4pPr>
            <a:lvl5pPr marL="936000" indent="-142875">
              <a:defRPr sz="105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2">
            <a:extLst>
              <a:ext uri="{FF2B5EF4-FFF2-40B4-BE49-F238E27FC236}">
                <a16:creationId xmlns:a16="http://schemas.microsoft.com/office/drawing/2014/main" id="{7E7032B0-9128-40B2-8AE4-7E71BB1006BC}"/>
              </a:ext>
            </a:extLst>
          </p:cNvPr>
          <p:cNvSpPr>
            <a:spLocks noGrp="1"/>
          </p:cNvSpPr>
          <p:nvPr>
            <p:ph type="pic" sz="quarter" idx="20"/>
          </p:nvPr>
        </p:nvSpPr>
        <p:spPr>
          <a:xfrm>
            <a:off x="8260575" y="1718520"/>
            <a:ext cx="3276000" cy="1282701"/>
          </a:xfrm>
          <a:pattFill prst="pct5">
            <a:fgClr>
              <a:schemeClr val="tx1">
                <a:lumMod val="50000"/>
              </a:schemeClr>
            </a:fgClr>
            <a:bgClr>
              <a:schemeClr val="bg1">
                <a:lumMod val="95000"/>
              </a:schemeClr>
            </a:bgClr>
          </a:pattFill>
          <a:ln>
            <a:noFill/>
          </a:ln>
          <a:effectLst/>
        </p:spPr>
        <p:txBody>
          <a:bodyPr vert="horz" wrap="square" lIns="91440" tIns="45720" rIns="91440" bIns="45720" rtlCol="0" anchor="ctr">
            <a:normAutofit/>
          </a:bodyPr>
          <a:lstStyle>
            <a:lvl1pPr>
              <a:defRPr lang="en-US" sz="1200" baseline="0" dirty="0"/>
            </a:lvl1pPr>
          </a:lstStyle>
          <a:p>
            <a:pPr marL="0" lvl="0" indent="0" algn="ctr">
              <a:buNone/>
            </a:pPr>
            <a:r>
              <a:rPr lang="en-US"/>
              <a:t>Click icon to add picture</a:t>
            </a:r>
            <a:endParaRPr lang="en-US" dirty="0"/>
          </a:p>
        </p:txBody>
      </p:sp>
      <p:sp>
        <p:nvSpPr>
          <p:cNvPr id="15" name="Text Placeholder 3">
            <a:extLst>
              <a:ext uri="{FF2B5EF4-FFF2-40B4-BE49-F238E27FC236}">
                <a16:creationId xmlns:a16="http://schemas.microsoft.com/office/drawing/2014/main" id="{927D772E-61C0-46AC-BB00-CA4E0904DFC4}"/>
              </a:ext>
            </a:extLst>
          </p:cNvPr>
          <p:cNvSpPr>
            <a:spLocks noGrp="1"/>
          </p:cNvSpPr>
          <p:nvPr>
            <p:ph type="body" sz="quarter" idx="21" hasCustomPrompt="1"/>
          </p:nvPr>
        </p:nvSpPr>
        <p:spPr>
          <a:xfrm>
            <a:off x="8260575" y="3141345"/>
            <a:ext cx="3276000" cy="1196738"/>
          </a:xfrm>
        </p:spPr>
        <p:txBody>
          <a:bodyPr wrap="square" lIns="90000">
            <a:spAutoFit/>
          </a:bodyPr>
          <a:lstStyle>
            <a:lvl1pPr marL="216000" indent="-216000">
              <a:buSzPct val="100000"/>
              <a:buFont typeface="Wingdings" panose="05000000000000000000" pitchFamily="2" charset="2"/>
              <a:buChar char="l"/>
              <a:defRPr sz="1600"/>
            </a:lvl1pPr>
            <a:lvl2pPr marL="396000" indent="-179388">
              <a:defRPr sz="1400"/>
            </a:lvl2pPr>
            <a:lvl3pPr marL="576000" indent="-144000">
              <a:defRPr sz="1200"/>
            </a:lvl3pPr>
            <a:lvl4pPr marL="756000" indent="-142875">
              <a:spcBef>
                <a:spcPts val="400"/>
              </a:spcBef>
              <a:defRPr sz="1100"/>
            </a:lvl4pPr>
            <a:lvl5pPr marL="936000" indent="-142875">
              <a:defRPr sz="105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a:extLst>
              <a:ext uri="{FF2B5EF4-FFF2-40B4-BE49-F238E27FC236}">
                <a16:creationId xmlns:a16="http://schemas.microsoft.com/office/drawing/2014/main" id="{80BCB7E8-B15B-A51C-EA41-946B8ACC68F0}"/>
              </a:ext>
            </a:extLst>
          </p:cNvPr>
          <p:cNvSpPr>
            <a:spLocks noGrp="1"/>
          </p:cNvSpPr>
          <p:nvPr>
            <p:ph type="title"/>
          </p:nvPr>
        </p:nvSpPr>
        <p:spPr>
          <a:xfrm>
            <a:off x="504000" y="431880"/>
            <a:ext cx="8280000" cy="424732"/>
          </a:xfrm>
        </p:spPr>
        <p:txBody>
          <a:bodyPr/>
          <a:lstStyle/>
          <a:p>
            <a:r>
              <a:rPr lang="fr-FR"/>
              <a:t>Modifiez le style du titre</a:t>
            </a:r>
          </a:p>
        </p:txBody>
      </p:sp>
    </p:spTree>
    <p:extLst>
      <p:ext uri="{BB962C8B-B14F-4D97-AF65-F5344CB8AC3E}">
        <p14:creationId xmlns:p14="http://schemas.microsoft.com/office/powerpoint/2010/main" val="3784869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EFC1B3F-DEE9-DECE-2A1F-C9BB7ABF80F9}"/>
              </a:ext>
            </a:extLst>
          </p:cNvPr>
          <p:cNvSpPr/>
          <p:nvPr userDrawn="1"/>
        </p:nvSpPr>
        <p:spPr>
          <a:xfrm>
            <a:off x="6096000" y="0"/>
            <a:ext cx="6096000" cy="6858000"/>
          </a:xfrm>
          <a:prstGeom prst="rect">
            <a:avLst/>
          </a:prstGeom>
          <a:gradFill flip="none" rotWithShape="1">
            <a:gsLst>
              <a:gs pos="70000">
                <a:schemeClr val="bg1">
                  <a:alpha val="0"/>
                </a:schemeClr>
              </a:gs>
              <a:gs pos="88000">
                <a:schemeClr val="accent1">
                  <a:alpha val="36000"/>
                </a:schemeClr>
              </a:gs>
            </a:gsLst>
            <a:lin ang="1200000" scaled="0"/>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5" name="Rectangle 14">
            <a:extLst>
              <a:ext uri="{FF2B5EF4-FFF2-40B4-BE49-F238E27FC236}">
                <a16:creationId xmlns:a16="http://schemas.microsoft.com/office/drawing/2014/main" id="{83DF5D4A-2CE6-7540-27E0-97AF3D18E7B5}"/>
              </a:ext>
            </a:extLst>
          </p:cNvPr>
          <p:cNvSpPr/>
          <p:nvPr userDrawn="1"/>
        </p:nvSpPr>
        <p:spPr>
          <a:xfrm>
            <a:off x="0" y="6275070"/>
            <a:ext cx="12192000" cy="582930"/>
          </a:xfrm>
          <a:prstGeom prst="rect">
            <a:avLst/>
          </a:prstGeom>
          <a:solidFill>
            <a:schemeClr val="bg1"/>
          </a:solidFill>
          <a:ln w="19050">
            <a:noFill/>
          </a:ln>
          <a:effectLst>
            <a:outerShdw blurRad="63500" dist="63500" dir="16200000"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3" name="Espace réservé du texte 2"/>
          <p:cNvSpPr>
            <a:spLocks noGrp="1"/>
          </p:cNvSpPr>
          <p:nvPr>
            <p:ph type="body" idx="1"/>
          </p:nvPr>
        </p:nvSpPr>
        <p:spPr>
          <a:xfrm>
            <a:off x="504000" y="1512000"/>
            <a:ext cx="11160000" cy="1307537"/>
          </a:xfrm>
          <a:prstGeom prst="rect">
            <a:avLst/>
          </a:prstGeom>
        </p:spPr>
        <p:txBody>
          <a:bodyPr vert="horz" wrap="square" lIns="90000" tIns="45720" rIns="91440" bIns="45720" rtlCol="0">
            <a:sp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 name="Espace réservé du titre 1"/>
          <p:cNvSpPr>
            <a:spLocks noGrp="1"/>
          </p:cNvSpPr>
          <p:nvPr>
            <p:ph type="title"/>
          </p:nvPr>
        </p:nvSpPr>
        <p:spPr>
          <a:xfrm>
            <a:off x="504000" y="431880"/>
            <a:ext cx="8280000" cy="424732"/>
          </a:xfrm>
          <a:prstGeom prst="rect">
            <a:avLst/>
          </a:prstGeom>
        </p:spPr>
        <p:txBody>
          <a:bodyPr vert="horz" wrap="square" lIns="91440" tIns="45720" rIns="91440" bIns="45720" rtlCol="0" anchor="ctr">
            <a:spAutoFit/>
          </a:bodyPr>
          <a:lstStyle/>
          <a:p>
            <a:r>
              <a:rPr lang="fr-FR" dirty="0"/>
              <a:t>Modifiez le style du titre</a:t>
            </a:r>
          </a:p>
        </p:txBody>
      </p:sp>
      <p:sp>
        <p:nvSpPr>
          <p:cNvPr id="8" name="Rectangle 7">
            <a:extLst>
              <a:ext uri="{FF2B5EF4-FFF2-40B4-BE49-F238E27FC236}">
                <a16:creationId xmlns:a16="http://schemas.microsoft.com/office/drawing/2014/main" id="{65972218-D583-C32B-73D7-3025AD1EE586}"/>
              </a:ext>
            </a:extLst>
          </p:cNvPr>
          <p:cNvSpPr/>
          <p:nvPr userDrawn="1"/>
        </p:nvSpPr>
        <p:spPr>
          <a:xfrm>
            <a:off x="0" y="0"/>
            <a:ext cx="12192000" cy="90000"/>
          </a:xfrm>
          <a:prstGeom prst="rect">
            <a:avLst/>
          </a:prstGeom>
          <a:gradFill flip="none" rotWithShape="1">
            <a:gsLst>
              <a:gs pos="79000">
                <a:srgbClr val="E2E6CE">
                  <a:alpha val="78000"/>
                </a:srgbClr>
              </a:gs>
              <a:gs pos="69000">
                <a:srgbClr val="A4B064"/>
              </a:gs>
              <a:gs pos="61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10" name="Image 9" descr="Une image contenant texte, Police, capture d’écran, Graphique&#10;&#10;Description générée automatiquement">
            <a:extLst>
              <a:ext uri="{FF2B5EF4-FFF2-40B4-BE49-F238E27FC236}">
                <a16:creationId xmlns:a16="http://schemas.microsoft.com/office/drawing/2014/main" id="{C63098B6-E7AC-7C75-3B90-A4882CFD0CF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009884" y="336544"/>
            <a:ext cx="1859536" cy="675012"/>
          </a:xfrm>
          <a:prstGeom prst="rect">
            <a:avLst/>
          </a:prstGeom>
        </p:spPr>
      </p:pic>
      <p:sp>
        <p:nvSpPr>
          <p:cNvPr id="6" name="Espace réservé du numéro de diapositive 5"/>
          <p:cNvSpPr>
            <a:spLocks noGrp="1"/>
          </p:cNvSpPr>
          <p:nvPr>
            <p:ph type="sldNum" sz="quarter" idx="4"/>
          </p:nvPr>
        </p:nvSpPr>
        <p:spPr>
          <a:xfrm>
            <a:off x="10273396" y="6497286"/>
            <a:ext cx="323850" cy="138499"/>
          </a:xfrm>
          <a:prstGeom prst="rect">
            <a:avLst/>
          </a:prstGeom>
        </p:spPr>
        <p:txBody>
          <a:bodyPr vert="horz" wrap="square" lIns="0" tIns="0" rIns="0" bIns="0" rtlCol="0" anchor="ctr">
            <a:spAutoFit/>
          </a:bodyPr>
          <a:lstStyle>
            <a:lvl1pPr algn="ctr">
              <a:defRPr sz="900">
                <a:solidFill>
                  <a:schemeClr val="tx2"/>
                </a:solidFill>
              </a:defRPr>
            </a:lvl1pPr>
          </a:lstStyle>
          <a:p>
            <a:fld id="{84E72597-5FA9-473E-9DF2-B958DF9446F5}" type="slidenum">
              <a:rPr lang="fr-FR" smtClean="0"/>
              <a:pPr/>
              <a:t>‹N°›</a:t>
            </a:fld>
            <a:endParaRPr lang="fr-FR"/>
          </a:p>
        </p:txBody>
      </p:sp>
      <p:sp>
        <p:nvSpPr>
          <p:cNvPr id="16" name="Rectangle 15">
            <a:extLst>
              <a:ext uri="{FF2B5EF4-FFF2-40B4-BE49-F238E27FC236}">
                <a16:creationId xmlns:a16="http://schemas.microsoft.com/office/drawing/2014/main" id="{B49A44D6-C1C6-E63E-F2ED-15A624F98D8D}"/>
              </a:ext>
            </a:extLst>
          </p:cNvPr>
          <p:cNvSpPr/>
          <p:nvPr userDrawn="1"/>
        </p:nvSpPr>
        <p:spPr>
          <a:xfrm>
            <a:off x="0" y="1160982"/>
            <a:ext cx="12192000" cy="36000"/>
          </a:xfrm>
          <a:prstGeom prst="rect">
            <a:avLst/>
          </a:prstGeom>
          <a:gradFill flip="none" rotWithShape="1">
            <a:gsLst>
              <a:gs pos="81000">
                <a:srgbClr val="93A148"/>
              </a:gs>
              <a:gs pos="1348">
                <a:schemeClr val="bg1">
                  <a:alpha val="0"/>
                </a:schemeClr>
              </a:gs>
              <a:gs pos="93540">
                <a:srgbClr val="C5CC9C"/>
              </a:gs>
              <a:gs pos="7000">
                <a:srgbClr val="C5CC9C"/>
              </a:gs>
              <a:gs pos="88950">
                <a:srgbClr val="9FAC5D"/>
              </a:gs>
              <a:gs pos="11000">
                <a:srgbClr val="9FAC5D"/>
              </a:gs>
              <a:gs pos="20000">
                <a:schemeClr val="accent1"/>
              </a:gs>
              <a:gs pos="100000">
                <a:schemeClr val="bg1">
                  <a:alpha val="0"/>
                </a:schemeClr>
              </a:gs>
            </a:gsLst>
            <a:lin ang="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9" name="Parallélogramme 18">
            <a:extLst>
              <a:ext uri="{FF2B5EF4-FFF2-40B4-BE49-F238E27FC236}">
                <a16:creationId xmlns:a16="http://schemas.microsoft.com/office/drawing/2014/main" id="{E035F79F-8FF1-4571-B972-3DE49BEECA7B}"/>
              </a:ext>
            </a:extLst>
          </p:cNvPr>
          <p:cNvSpPr/>
          <p:nvPr userDrawn="1"/>
        </p:nvSpPr>
        <p:spPr>
          <a:xfrm>
            <a:off x="8542177" y="207344"/>
            <a:ext cx="1057275" cy="836294"/>
          </a:xfrm>
          <a:prstGeom prst="parallelogram">
            <a:avLst/>
          </a:prstGeom>
          <a:gradFill>
            <a:gsLst>
              <a:gs pos="17000">
                <a:schemeClr val="bg1">
                  <a:alpha val="0"/>
                </a:schemeClr>
              </a:gs>
              <a:gs pos="90000">
                <a:schemeClr val="accent1">
                  <a:alpha val="59000"/>
                </a:schemeClr>
              </a:gs>
            </a:gsLst>
            <a:lin ang="6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20" name="Parallélogramme 19">
            <a:extLst>
              <a:ext uri="{FF2B5EF4-FFF2-40B4-BE49-F238E27FC236}">
                <a16:creationId xmlns:a16="http://schemas.microsoft.com/office/drawing/2014/main" id="{15809675-1F96-810D-05A6-001807A94FC9}"/>
              </a:ext>
            </a:extLst>
          </p:cNvPr>
          <p:cNvSpPr/>
          <p:nvPr userDrawn="1"/>
        </p:nvSpPr>
        <p:spPr>
          <a:xfrm>
            <a:off x="9506064" y="154003"/>
            <a:ext cx="287653" cy="948991"/>
          </a:xfrm>
          <a:prstGeom prst="parallelogram">
            <a:avLst>
              <a:gd name="adj" fmla="val 83941"/>
            </a:avLst>
          </a:prstGeom>
          <a:gradFill flip="none" rotWithShape="1">
            <a:gsLst>
              <a:gs pos="15000">
                <a:srgbClr val="ACB772">
                  <a:alpha val="83000"/>
                </a:srgbClr>
              </a:gs>
              <a:gs pos="38837">
                <a:schemeClr val="accent1"/>
              </a:gs>
              <a:gs pos="63000">
                <a:schemeClr val="accent1"/>
              </a:gs>
              <a:gs pos="0">
                <a:schemeClr val="bg1">
                  <a:alpha val="0"/>
                </a:schemeClr>
              </a:gs>
              <a:gs pos="85000">
                <a:srgbClr val="C1C996">
                  <a:alpha val="70000"/>
                </a:srgbClr>
              </a:gs>
              <a:gs pos="100000">
                <a:schemeClr val="bg1">
                  <a:alpha val="0"/>
                </a:schemeClr>
              </a:gs>
            </a:gsLst>
            <a:lin ang="16200000" scaled="1"/>
            <a:tileRect/>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23" name="Graphique 22">
            <a:extLst>
              <a:ext uri="{FF2B5EF4-FFF2-40B4-BE49-F238E27FC236}">
                <a16:creationId xmlns:a16="http://schemas.microsoft.com/office/drawing/2014/main" id="{2D1EBF2A-B76F-3874-EFB9-2D4FF96E6C39}"/>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776584" y="6420115"/>
            <a:ext cx="1008000" cy="292840"/>
          </a:xfrm>
          <a:prstGeom prst="rect">
            <a:avLst/>
          </a:prstGeom>
        </p:spPr>
      </p:pic>
    </p:spTree>
    <p:extLst>
      <p:ext uri="{BB962C8B-B14F-4D97-AF65-F5344CB8AC3E}">
        <p14:creationId xmlns:p14="http://schemas.microsoft.com/office/powerpoint/2010/main" val="974072438"/>
      </p:ext>
    </p:extLst>
  </p:cSld>
  <p:clrMap bg1="lt1" tx1="dk1" bg2="lt2" tx2="dk2" accent1="accent1" accent2="accent2" accent3="accent3" accent4="accent4" accent5="accent5" accent6="accent6" hlink="hlink" folHlink="folHlink"/>
  <p:sldLayoutIdLst>
    <p:sldLayoutId id="2147483680" r:id="rId1"/>
    <p:sldLayoutId id="2147483684" r:id="rId2"/>
    <p:sldLayoutId id="2147483681" r:id="rId3"/>
    <p:sldLayoutId id="2147483682" r:id="rId4"/>
    <p:sldLayoutId id="2147483667" r:id="rId5"/>
    <p:sldLayoutId id="2147483668" r:id="rId6"/>
    <p:sldLayoutId id="2147483669" r:id="rId7"/>
    <p:sldLayoutId id="2147483679" r:id="rId8"/>
    <p:sldLayoutId id="2147483683" r:id="rId9"/>
    <p:sldLayoutId id="2147483673" r:id="rId10"/>
    <p:sldLayoutId id="2147483675" r:id="rId11"/>
    <p:sldLayoutId id="2147483676" r:id="rId12"/>
    <p:sldLayoutId id="2147483677" r:id="rId13"/>
    <p:sldLayoutId id="2147483678" r:id="rId14"/>
  </p:sldLayoutIdLst>
  <p:hf sldNum="0" hdr="0" ftr="0" dt="0"/>
  <p:txStyles>
    <p:titleStyle>
      <a:lvl1pPr algn="l" defTabSz="685800" rtl="0" eaLnBrk="1" latinLnBrk="0" hangingPunct="1">
        <a:lnSpc>
          <a:spcPct val="90000"/>
        </a:lnSpc>
        <a:spcBef>
          <a:spcPct val="0"/>
        </a:spcBef>
        <a:buNone/>
        <a:defRPr sz="2400" b="1" kern="1200" cap="none" baseline="0">
          <a:solidFill>
            <a:schemeClr val="accent2"/>
          </a:solidFill>
          <a:latin typeface="+mj-lt"/>
          <a:ea typeface="+mj-ea"/>
          <a:cs typeface="+mj-cs"/>
        </a:defRPr>
      </a:lvl1pPr>
    </p:titleStyle>
    <p:bodyStyle>
      <a:lvl1pPr marL="288000" indent="-288000" algn="l" defTabSz="685800" rtl="0" eaLnBrk="1" latinLnBrk="0" hangingPunct="1">
        <a:lnSpc>
          <a:spcPct val="90000"/>
        </a:lnSpc>
        <a:spcBef>
          <a:spcPts val="1200"/>
        </a:spcBef>
        <a:buClr>
          <a:schemeClr val="accent2"/>
        </a:buClr>
        <a:buSzPct val="100000"/>
        <a:buFont typeface="Wingdings" panose="05000000000000000000" pitchFamily="2" charset="2"/>
        <a:buChar char="l"/>
        <a:defRPr sz="1800" b="0" kern="1200">
          <a:solidFill>
            <a:schemeClr val="tx2"/>
          </a:solidFill>
          <a:latin typeface="+mn-lt"/>
          <a:ea typeface="+mn-ea"/>
          <a:cs typeface="+mn-cs"/>
        </a:defRPr>
      </a:lvl1pPr>
      <a:lvl2pPr marL="468000" indent="-179388" algn="l" defTabSz="685800" rtl="0" eaLnBrk="1" latinLnBrk="0" hangingPunct="1">
        <a:lnSpc>
          <a:spcPct val="90000"/>
        </a:lnSpc>
        <a:spcBef>
          <a:spcPts val="600"/>
        </a:spcBef>
        <a:buClr>
          <a:schemeClr val="tx2"/>
        </a:buClr>
        <a:buFont typeface="Arial" panose="020B0604020202020204" pitchFamily="34" charset="0"/>
        <a:buChar char="●"/>
        <a:defRPr sz="1600" b="0" kern="1200">
          <a:solidFill>
            <a:schemeClr val="tx2"/>
          </a:solidFill>
          <a:latin typeface="+mn-lt"/>
          <a:ea typeface="+mn-ea"/>
          <a:cs typeface="+mn-cs"/>
        </a:defRPr>
      </a:lvl2pPr>
      <a:lvl3pPr marL="648000" indent="-142875" algn="l" defTabSz="685800" rtl="0" eaLnBrk="1" latinLnBrk="0" hangingPunct="1">
        <a:lnSpc>
          <a:spcPct val="90000"/>
        </a:lnSpc>
        <a:spcBef>
          <a:spcPts val="300"/>
        </a:spcBef>
        <a:buClr>
          <a:schemeClr val="tx2"/>
        </a:buClr>
        <a:buFont typeface="Arial" panose="020B0604020202020204" pitchFamily="34" charset="0"/>
        <a:buChar char="•"/>
        <a:tabLst/>
        <a:defRPr sz="1400" b="0" kern="1200">
          <a:solidFill>
            <a:schemeClr val="tx2"/>
          </a:solidFill>
          <a:latin typeface="+mn-lt"/>
          <a:ea typeface="+mn-ea"/>
          <a:cs typeface="+mn-cs"/>
        </a:defRPr>
      </a:lvl3pPr>
      <a:lvl4pPr marL="864000" indent="-142875" algn="l" defTabSz="685800" rtl="0" eaLnBrk="1" latinLnBrk="0" hangingPunct="1">
        <a:lnSpc>
          <a:spcPct val="90000"/>
        </a:lnSpc>
        <a:spcBef>
          <a:spcPts val="400"/>
        </a:spcBef>
        <a:buClr>
          <a:schemeClr val="tx2"/>
        </a:buClr>
        <a:buFont typeface="Arial" panose="020B0604020202020204" pitchFamily="34" charset="0"/>
        <a:buChar char="•"/>
        <a:defRPr sz="1200" b="0" kern="1200">
          <a:solidFill>
            <a:schemeClr val="tx2"/>
          </a:solidFill>
          <a:latin typeface="+mn-lt"/>
          <a:ea typeface="+mn-ea"/>
          <a:cs typeface="+mn-cs"/>
        </a:defRPr>
      </a:lvl4pPr>
      <a:lvl5pPr marL="1044000" indent="-144000" algn="l" defTabSz="685800" rtl="0" eaLnBrk="1" latinLnBrk="0" hangingPunct="1">
        <a:lnSpc>
          <a:spcPct val="90000"/>
        </a:lnSpc>
        <a:spcBef>
          <a:spcPts val="400"/>
        </a:spcBef>
        <a:buClr>
          <a:schemeClr val="tx2"/>
        </a:buClr>
        <a:buFont typeface="Arial" panose="020B0604020202020204" pitchFamily="34" charset="0"/>
        <a:buChar char="•"/>
        <a:defRPr sz="1100" b="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2A446151-404C-C3E1-BE77-2410DA2F94F6}"/>
              </a:ext>
            </a:extLst>
          </p:cNvPr>
          <p:cNvSpPr>
            <a:spLocks noGrp="1"/>
          </p:cNvSpPr>
          <p:nvPr>
            <p:ph type="body" sz="quarter" idx="10"/>
          </p:nvPr>
        </p:nvSpPr>
        <p:spPr/>
        <p:txBody>
          <a:bodyPr/>
          <a:lstStyle/>
          <a:p>
            <a:endParaRPr lang="fr-FR"/>
          </a:p>
        </p:txBody>
      </p:sp>
      <p:sp>
        <p:nvSpPr>
          <p:cNvPr id="7" name="Titre 6">
            <a:extLst>
              <a:ext uri="{FF2B5EF4-FFF2-40B4-BE49-F238E27FC236}">
                <a16:creationId xmlns:a16="http://schemas.microsoft.com/office/drawing/2014/main" id="{9E4B68E8-93F4-7B4B-98C7-D7A4AE95DB59}"/>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816055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8CA0BDF-DAB3-284D-5527-33D15EAC0803}"/>
              </a:ext>
            </a:extLst>
          </p:cNvPr>
          <p:cNvSpPr>
            <a:spLocks noGrp="1"/>
          </p:cNvSpPr>
          <p:nvPr>
            <p:ph type="body" sz="quarter" idx="10"/>
          </p:nvPr>
        </p:nvSpPr>
        <p:spPr>
          <a:xfrm>
            <a:off x="6204802" y="3801298"/>
            <a:ext cx="5722162" cy="341632"/>
          </a:xfrm>
        </p:spPr>
        <p:txBody>
          <a:bodyPr/>
          <a:lstStyle/>
          <a:p>
            <a:r>
              <a:rPr lang="fr-FR"/>
              <a:t>Nom de l'orateur</a:t>
            </a:r>
          </a:p>
        </p:txBody>
      </p:sp>
      <p:sp>
        <p:nvSpPr>
          <p:cNvPr id="3" name="Titre 2">
            <a:extLst>
              <a:ext uri="{FF2B5EF4-FFF2-40B4-BE49-F238E27FC236}">
                <a16:creationId xmlns:a16="http://schemas.microsoft.com/office/drawing/2014/main" id="{F2B478C4-024F-EEE9-9A18-D4545CC477EE}"/>
              </a:ext>
            </a:extLst>
          </p:cNvPr>
          <p:cNvSpPr>
            <a:spLocks noGrp="1"/>
          </p:cNvSpPr>
          <p:nvPr>
            <p:ph type="title"/>
          </p:nvPr>
        </p:nvSpPr>
        <p:spPr>
          <a:xfrm>
            <a:off x="6204802" y="3187181"/>
            <a:ext cx="5722162" cy="590931"/>
          </a:xfrm>
        </p:spPr>
        <p:txBody>
          <a:bodyPr/>
          <a:lstStyle/>
          <a:p>
            <a:r>
              <a:rPr lang="fr-FR"/>
              <a:t>Titre de la présentation</a:t>
            </a:r>
          </a:p>
        </p:txBody>
      </p:sp>
    </p:spTree>
    <p:extLst>
      <p:ext uri="{BB962C8B-B14F-4D97-AF65-F5344CB8AC3E}">
        <p14:creationId xmlns:p14="http://schemas.microsoft.com/office/powerpoint/2010/main" val="514512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42F050-0FDD-A3F8-1370-E4E217DF0FE4}"/>
              </a:ext>
            </a:extLst>
          </p:cNvPr>
          <p:cNvSpPr>
            <a:spLocks noGrp="1"/>
          </p:cNvSpPr>
          <p:nvPr>
            <p:ph type="title"/>
          </p:nvPr>
        </p:nvSpPr>
        <p:spPr>
          <a:xfrm>
            <a:off x="5762400" y="191526"/>
            <a:ext cx="3527498" cy="867930"/>
          </a:xfrm>
        </p:spPr>
        <p:txBody>
          <a:bodyPr/>
          <a:lstStyle/>
          <a:p>
            <a:r>
              <a:rPr lang="fr-FR"/>
              <a:t>Sommaire</a:t>
            </a:r>
          </a:p>
        </p:txBody>
      </p:sp>
      <p:sp>
        <p:nvSpPr>
          <p:cNvPr id="6" name="Espace réservé du texte 5">
            <a:extLst>
              <a:ext uri="{FF2B5EF4-FFF2-40B4-BE49-F238E27FC236}">
                <a16:creationId xmlns:a16="http://schemas.microsoft.com/office/drawing/2014/main" id="{B944F59B-5812-9E78-202E-51A863A84624}"/>
              </a:ext>
            </a:extLst>
          </p:cNvPr>
          <p:cNvSpPr>
            <a:spLocks noGrp="1"/>
          </p:cNvSpPr>
          <p:nvPr>
            <p:ph type="body" sz="quarter" idx="12"/>
          </p:nvPr>
        </p:nvSpPr>
        <p:spPr>
          <a:xfrm>
            <a:off x="5762400" y="1381621"/>
            <a:ext cx="5651500" cy="4437862"/>
          </a:xfrm>
        </p:spPr>
        <p:txBody>
          <a:bodyPr>
            <a:normAutofit/>
          </a:bodyPr>
          <a:lstStyle/>
          <a:p>
            <a:r>
              <a:rPr lang="fr-FR"/>
              <a:t>Nam et porerovides ipsam</a:t>
            </a:r>
          </a:p>
          <a:p>
            <a:pPr lvl="1"/>
            <a:r>
              <a:rPr lang="fr-FR"/>
              <a:t>Event, et quas seditiore commodi oresciis et iur a abo </a:t>
            </a:r>
          </a:p>
          <a:p>
            <a:pPr lvl="1"/>
            <a:r>
              <a:rPr lang="fr-FR"/>
              <a:t>Nam nonecup taspid quaepe nimi</a:t>
            </a:r>
          </a:p>
          <a:p>
            <a:r>
              <a:rPr lang="fr-FR"/>
              <a:t>Omniet odicatem velicia susam</a:t>
            </a:r>
          </a:p>
          <a:p>
            <a:pPr lvl="1"/>
            <a:r>
              <a:rPr lang="fr-FR"/>
              <a:t>De res susande il eosandi ctibus aspicaerum</a:t>
            </a:r>
          </a:p>
          <a:p>
            <a:r>
              <a:rPr lang="fr-FR"/>
              <a:t>Aceaquas sunt lab ius di dolupid emporepta commolo</a:t>
            </a:r>
          </a:p>
          <a:p>
            <a:r>
              <a:rPr lang="fr-FR"/>
              <a:t>Acerum incta esciusape etur sim et la num quistis </a:t>
            </a:r>
          </a:p>
        </p:txBody>
      </p:sp>
    </p:spTree>
    <p:extLst>
      <p:ext uri="{BB962C8B-B14F-4D97-AF65-F5344CB8AC3E}">
        <p14:creationId xmlns:p14="http://schemas.microsoft.com/office/powerpoint/2010/main" val="3538008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980ADB26-163B-4E0C-9962-4544FE16E2B2}"/>
              </a:ext>
            </a:extLst>
          </p:cNvPr>
          <p:cNvSpPr>
            <a:spLocks noGrp="1"/>
          </p:cNvSpPr>
          <p:nvPr>
            <p:ph type="title"/>
          </p:nvPr>
        </p:nvSpPr>
        <p:spPr>
          <a:xfrm>
            <a:off x="504000" y="431880"/>
            <a:ext cx="8280000" cy="424732"/>
          </a:xfrm>
        </p:spPr>
        <p:txBody>
          <a:bodyPr/>
          <a:lstStyle/>
          <a:p>
            <a:r>
              <a:rPr lang="fr-FR"/>
              <a:t>Aceaquas sunt lab ius di dolupid emporepta commolo ribus acerum incta esciusape etur sim</a:t>
            </a:r>
          </a:p>
        </p:txBody>
      </p:sp>
      <p:sp>
        <p:nvSpPr>
          <p:cNvPr id="3" name="Espace réservé du contenu 2">
            <a:extLst>
              <a:ext uri="{FF2B5EF4-FFF2-40B4-BE49-F238E27FC236}">
                <a16:creationId xmlns:a16="http://schemas.microsoft.com/office/drawing/2014/main" id="{48D200DF-B2D8-43F2-AFC2-D8FC03AED518}"/>
              </a:ext>
            </a:extLst>
          </p:cNvPr>
          <p:cNvSpPr>
            <a:spLocks noGrp="1"/>
          </p:cNvSpPr>
          <p:nvPr>
            <p:ph idx="1"/>
          </p:nvPr>
        </p:nvSpPr>
        <p:spPr>
          <a:xfrm>
            <a:off x="504000" y="1512000"/>
            <a:ext cx="11160000" cy="1307537"/>
          </a:xfrm>
        </p:spPr>
        <p:txBody>
          <a:bodyPr/>
          <a:lstStyle/>
          <a:p>
            <a:r>
              <a:rPr lang="fr-FR"/>
              <a:t>Nam et porerovides ipsam, event, et quas seditiore commodi oresciis et iur am abo </a:t>
            </a:r>
          </a:p>
          <a:p>
            <a:pPr lvl="1"/>
            <a:r>
              <a:rPr lang="fr-FR"/>
              <a:t>Nam nonecup taspid quaepe nimi, omniet, odicatem velicia susam de res susande il eosandi ctibus aspicaerum eum alic temporr orersped ut re quasimagnit qui doluptatur am re omnisi vidisqu iaesequi rehenda nobis endiste</a:t>
            </a:r>
          </a:p>
          <a:p>
            <a:r>
              <a:rPr lang="fr-FR"/>
              <a:t>Aceaquas sunt lab ius di dolupid emporepta commolo ribus :</a:t>
            </a:r>
          </a:p>
          <a:p>
            <a:pPr lvl="1"/>
            <a:r>
              <a:rPr lang="fr-FR"/>
              <a:t>Parum apis delitatectum vellis estet magnis doloreium voluptatur, torerum nonse conet fugitio conseria sit hitatemped ullaccusdae conecto molupta cum as eatur </a:t>
            </a:r>
          </a:p>
          <a:p>
            <a:pPr lvl="2"/>
            <a:r>
              <a:rPr lang="fr-FR"/>
              <a:t>Obis dit faccum qui torepreperum autam</a:t>
            </a:r>
          </a:p>
          <a:p>
            <a:pPr lvl="2"/>
            <a:r>
              <a:rPr lang="fr-FR"/>
              <a:t>nonsendunt quibus ipidus alia natiume nos inus</a:t>
            </a:r>
          </a:p>
          <a:p>
            <a:r>
              <a:rPr lang="fr-FR"/>
              <a:t>Acerum incta esciusape</a:t>
            </a:r>
          </a:p>
          <a:p>
            <a:r>
              <a:rPr lang="fr-FR"/>
              <a:t>Etur sim et la num quistis</a:t>
            </a:r>
          </a:p>
        </p:txBody>
      </p:sp>
    </p:spTree>
    <p:extLst>
      <p:ext uri="{BB962C8B-B14F-4D97-AF65-F5344CB8AC3E}">
        <p14:creationId xmlns:p14="http://schemas.microsoft.com/office/powerpoint/2010/main" val="4103550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8D200DF-B2D8-43F2-AFC2-D8FC03AED518}"/>
              </a:ext>
            </a:extLst>
          </p:cNvPr>
          <p:cNvSpPr>
            <a:spLocks noGrp="1"/>
          </p:cNvSpPr>
          <p:nvPr>
            <p:ph idx="1"/>
          </p:nvPr>
        </p:nvSpPr>
        <p:spPr>
          <a:xfrm>
            <a:off x="504000" y="1512000"/>
            <a:ext cx="11160000" cy="1307537"/>
          </a:xfrm>
        </p:spPr>
        <p:txBody>
          <a:bodyPr/>
          <a:lstStyle/>
          <a:p>
            <a:r>
              <a:rPr lang="fr-FR"/>
              <a:t>Nam et porerovides ipsam, event, et quas seditiore commodi oresciis et iur am abo </a:t>
            </a:r>
          </a:p>
          <a:p>
            <a:pPr lvl="1"/>
            <a:r>
              <a:rPr lang="fr-FR"/>
              <a:t>Nam nonecup taspid quaepe nimi, omniet, odicatem velicia susam de res susande il eosandi ctibus aspicaerum eum alic temporr orersped ut re quasimagnit qui doluptatur am re omnisi vidisqu iaesequi rehenda nobis endiste</a:t>
            </a:r>
          </a:p>
          <a:p>
            <a:r>
              <a:rPr lang="fr-FR"/>
              <a:t>Aceaquas sunt lab ius di dolupid emporepta commolo ribus, acerum incta esciusape etur sim et la num quistis </a:t>
            </a:r>
          </a:p>
          <a:p>
            <a:pPr lvl="1"/>
            <a:r>
              <a:rPr lang="fr-FR"/>
              <a:t>Parum apis delitatectum vellis estet magnis doloreium voluptatur, torerum nonse conet fugitio conseria sit hitatemped ullaccusdae conecto molupta cum as eatur </a:t>
            </a:r>
          </a:p>
          <a:p>
            <a:pPr lvl="2"/>
            <a:r>
              <a:rPr lang="fr-FR"/>
              <a:t>Obis dit faccum qui torepreperum autam nonsendunt quibus ipidus alia natiume nos inus</a:t>
            </a:r>
          </a:p>
        </p:txBody>
      </p:sp>
      <p:sp>
        <p:nvSpPr>
          <p:cNvPr id="10" name="Titre 9">
            <a:extLst>
              <a:ext uri="{FF2B5EF4-FFF2-40B4-BE49-F238E27FC236}">
                <a16:creationId xmlns:a16="http://schemas.microsoft.com/office/drawing/2014/main" id="{980ADB26-163B-4E0C-9962-4544FE16E2B2}"/>
              </a:ext>
            </a:extLst>
          </p:cNvPr>
          <p:cNvSpPr>
            <a:spLocks noGrp="1"/>
          </p:cNvSpPr>
          <p:nvPr>
            <p:ph type="title"/>
          </p:nvPr>
        </p:nvSpPr>
        <p:spPr>
          <a:xfrm>
            <a:off x="504000" y="431880"/>
            <a:ext cx="8280000" cy="424732"/>
          </a:xfrm>
        </p:spPr>
        <p:txBody>
          <a:bodyPr/>
          <a:lstStyle/>
          <a:p>
            <a:r>
              <a:rPr lang="fr-FR"/>
              <a:t>Aceaquas sunt lab ius di dolupid emporepta commolo ribus acerum incta esciusape etur sim</a:t>
            </a:r>
          </a:p>
        </p:txBody>
      </p:sp>
    </p:spTree>
    <p:extLst>
      <p:ext uri="{BB962C8B-B14F-4D97-AF65-F5344CB8AC3E}">
        <p14:creationId xmlns:p14="http://schemas.microsoft.com/office/powerpoint/2010/main" val="227045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980ADB26-163B-4E0C-9962-4544FE16E2B2}"/>
              </a:ext>
            </a:extLst>
          </p:cNvPr>
          <p:cNvSpPr>
            <a:spLocks noGrp="1"/>
          </p:cNvSpPr>
          <p:nvPr>
            <p:ph type="title"/>
          </p:nvPr>
        </p:nvSpPr>
        <p:spPr/>
        <p:txBody>
          <a:bodyPr/>
          <a:lstStyle/>
          <a:p>
            <a:r>
              <a:rPr lang="fr-FR"/>
              <a:t>Bistiis rerundi doluptiost exerrov idesequ</a:t>
            </a:r>
          </a:p>
        </p:txBody>
      </p:sp>
      <p:sp>
        <p:nvSpPr>
          <p:cNvPr id="3" name="Espace réservé du contenu 2">
            <a:extLst>
              <a:ext uri="{FF2B5EF4-FFF2-40B4-BE49-F238E27FC236}">
                <a16:creationId xmlns:a16="http://schemas.microsoft.com/office/drawing/2014/main" id="{48D200DF-B2D8-43F2-AFC2-D8FC03AED518}"/>
              </a:ext>
            </a:extLst>
          </p:cNvPr>
          <p:cNvSpPr>
            <a:spLocks noGrp="1"/>
          </p:cNvSpPr>
          <p:nvPr>
            <p:ph idx="1"/>
          </p:nvPr>
        </p:nvSpPr>
        <p:spPr/>
        <p:txBody>
          <a:bodyPr/>
          <a:lstStyle/>
          <a:p>
            <a:r>
              <a:rPr lang="fr-FR"/>
              <a:t>Nam et porerovides ipsam, event, et quas seditiore commodi oresciis et iur am abo </a:t>
            </a:r>
          </a:p>
          <a:p>
            <a:pPr lvl="1"/>
            <a:r>
              <a:rPr lang="fr-FR"/>
              <a:t>Nam nonecup taspid quaepe nimi, omniet, odicatem velicia susam de res susande</a:t>
            </a:r>
          </a:p>
          <a:p>
            <a:pPr lvl="2"/>
            <a:r>
              <a:rPr lang="fr-FR"/>
              <a:t>Il eosandi ctibus aspicaerum eum alic temporr orersped ut re quasimagnit qui doluptatur am re omnisi vidisqu iaesequi rehenda nobis endiste audiciet </a:t>
            </a:r>
          </a:p>
          <a:p>
            <a:r>
              <a:rPr lang="fr-FR"/>
              <a:t>Aceaquas sunt lab ius di dolupid emporepta commolo ribus, acerum incta esciusape etur sim et la num quistis </a:t>
            </a:r>
          </a:p>
          <a:p>
            <a:pPr lvl="1"/>
            <a:r>
              <a:rPr lang="fr-FR"/>
              <a:t>Parum apis delitatectum vellis estet magnis doloreium voluptatur, torerum nonse conet fugitio conseria sit hitatemped ullaccusdae conecto molupta cum as eatur </a:t>
            </a:r>
          </a:p>
          <a:p>
            <a:pPr lvl="1"/>
            <a:r>
              <a:rPr lang="fr-FR"/>
              <a:t>Obis dit faccum qui torepreperum autam nonsendunt quibus ipidus alia natiume nos inus</a:t>
            </a:r>
          </a:p>
        </p:txBody>
      </p:sp>
      <p:graphicFrame>
        <p:nvGraphicFramePr>
          <p:cNvPr id="6" name="Graphique 5">
            <a:extLst>
              <a:ext uri="{FF2B5EF4-FFF2-40B4-BE49-F238E27FC236}">
                <a16:creationId xmlns:a16="http://schemas.microsoft.com/office/drawing/2014/main" id="{78B7F891-7843-40EE-ABF7-80153084A2CB}"/>
              </a:ext>
            </a:extLst>
          </p:cNvPr>
          <p:cNvGraphicFramePr/>
          <p:nvPr/>
        </p:nvGraphicFramePr>
        <p:xfrm>
          <a:off x="6530092" y="1610147"/>
          <a:ext cx="5071883" cy="40279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64941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3E3C00-AE2F-799C-A5F3-5DE29DE576C8}"/>
              </a:ext>
            </a:extLst>
          </p:cNvPr>
          <p:cNvSpPr/>
          <p:nvPr/>
        </p:nvSpPr>
        <p:spPr>
          <a:xfrm>
            <a:off x="600893" y="1574077"/>
            <a:ext cx="4846320" cy="3820886"/>
          </a:xfrm>
          <a:prstGeom prst="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4">
            <a:extLst>
              <a:ext uri="{FF2B5EF4-FFF2-40B4-BE49-F238E27FC236}">
                <a16:creationId xmlns:a16="http://schemas.microsoft.com/office/drawing/2014/main" id="{0CA77996-315B-457F-BA9C-BAB9D19169C3}"/>
              </a:ext>
            </a:extLst>
          </p:cNvPr>
          <p:cNvSpPr>
            <a:spLocks noGrp="1"/>
          </p:cNvSpPr>
          <p:nvPr>
            <p:ph type="title"/>
          </p:nvPr>
        </p:nvSpPr>
        <p:spPr/>
        <p:txBody>
          <a:bodyPr/>
          <a:lstStyle/>
          <a:p>
            <a:r>
              <a:rPr lang="fr-FR"/>
              <a:t>Bistiis rerundi doluptiost exerrov idesequ</a:t>
            </a:r>
          </a:p>
        </p:txBody>
      </p:sp>
      <p:sp>
        <p:nvSpPr>
          <p:cNvPr id="14" name="Espace réservé du contenu 13">
            <a:extLst>
              <a:ext uri="{FF2B5EF4-FFF2-40B4-BE49-F238E27FC236}">
                <a16:creationId xmlns:a16="http://schemas.microsoft.com/office/drawing/2014/main" id="{96436AD3-715E-44A9-AFDD-A071973F2865}"/>
              </a:ext>
            </a:extLst>
          </p:cNvPr>
          <p:cNvSpPr>
            <a:spLocks noGrp="1"/>
          </p:cNvSpPr>
          <p:nvPr>
            <p:ph idx="11"/>
          </p:nvPr>
        </p:nvSpPr>
        <p:spPr/>
        <p:txBody>
          <a:bodyPr/>
          <a:lstStyle/>
          <a:p>
            <a:r>
              <a:rPr lang="fr-FR"/>
              <a:t>Nam et porerovides ipsam, event, et quas seditiore commodi oresciis et iur am abo </a:t>
            </a:r>
          </a:p>
          <a:p>
            <a:pPr lvl="1"/>
            <a:r>
              <a:rPr lang="fr-FR"/>
              <a:t>Nam nonecup taspid quaepe nimi, omniet, odicatem velicia susam de res susande il eosandi ctibus aspicaerum eum alic temporr orersped ut re quasimagnit qui doluptatur am re omnisi vidisqu iaesequi rehenda nobis endiste audiciet </a:t>
            </a:r>
          </a:p>
          <a:p>
            <a:r>
              <a:rPr lang="fr-FR"/>
              <a:t>Aceaquas sunt lab ius di dolupid </a:t>
            </a:r>
          </a:p>
          <a:p>
            <a:pPr lvl="1"/>
            <a:r>
              <a:rPr lang="fr-FR"/>
              <a:t>Parum apis delitatectum vellis estet magnis doloreium voluptatur, </a:t>
            </a:r>
          </a:p>
          <a:p>
            <a:pPr lvl="2"/>
            <a:r>
              <a:rPr lang="fr-FR"/>
              <a:t>Torerum nonse conet fugitio conseria sit hitatemped</a:t>
            </a:r>
          </a:p>
          <a:p>
            <a:pPr lvl="2"/>
            <a:r>
              <a:rPr lang="fr-FR"/>
              <a:t>Ullaccusdae conecto molupta cum as eatur </a:t>
            </a:r>
          </a:p>
          <a:p>
            <a:pPr lvl="1"/>
            <a:r>
              <a:rPr lang="fr-FR"/>
              <a:t>Obis dit faccum qui torepreperum autam nonsendunt quibus ipidus alia natiume nos inus</a:t>
            </a:r>
          </a:p>
        </p:txBody>
      </p:sp>
      <p:graphicFrame>
        <p:nvGraphicFramePr>
          <p:cNvPr id="7" name="Graphique 6">
            <a:extLst>
              <a:ext uri="{FF2B5EF4-FFF2-40B4-BE49-F238E27FC236}">
                <a16:creationId xmlns:a16="http://schemas.microsoft.com/office/drawing/2014/main" id="{68B38DD5-44D5-2229-F556-5888C0A07FCD}"/>
              </a:ext>
            </a:extLst>
          </p:cNvPr>
          <p:cNvGraphicFramePr/>
          <p:nvPr/>
        </p:nvGraphicFramePr>
        <p:xfrm>
          <a:off x="836386" y="1990408"/>
          <a:ext cx="4473303" cy="309589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4113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472E2CB-2F76-9539-E207-2D61A978BDC8}"/>
              </a:ext>
            </a:extLst>
          </p:cNvPr>
          <p:cNvSpPr>
            <a:spLocks noGrp="1"/>
          </p:cNvSpPr>
          <p:nvPr>
            <p:ph type="title"/>
          </p:nvPr>
        </p:nvSpPr>
        <p:spPr>
          <a:xfrm>
            <a:off x="5039360" y="3212514"/>
            <a:ext cx="6532880" cy="646331"/>
          </a:xfrm>
        </p:spPr>
        <p:txBody>
          <a:bodyPr/>
          <a:lstStyle/>
          <a:p>
            <a:r>
              <a:rPr lang="fr-FR"/>
              <a:t>Intertitre</a:t>
            </a:r>
          </a:p>
        </p:txBody>
      </p:sp>
    </p:spTree>
    <p:extLst>
      <p:ext uri="{BB962C8B-B14F-4D97-AF65-F5344CB8AC3E}">
        <p14:creationId xmlns:p14="http://schemas.microsoft.com/office/powerpoint/2010/main" val="733613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980ADB26-163B-4E0C-9962-4544FE16E2B2}"/>
              </a:ext>
            </a:extLst>
          </p:cNvPr>
          <p:cNvSpPr>
            <a:spLocks noGrp="1"/>
          </p:cNvSpPr>
          <p:nvPr>
            <p:ph type="title"/>
          </p:nvPr>
        </p:nvSpPr>
        <p:spPr>
          <a:xfrm>
            <a:off x="360000" y="431880"/>
            <a:ext cx="8469040" cy="424732"/>
          </a:xfrm>
        </p:spPr>
        <p:txBody>
          <a:bodyPr/>
          <a:lstStyle/>
          <a:p>
            <a:r>
              <a:rPr lang="fr-FR"/>
              <a:t>Bistiis rerundi doluptiost exerrov</a:t>
            </a:r>
          </a:p>
        </p:txBody>
      </p:sp>
      <p:sp>
        <p:nvSpPr>
          <p:cNvPr id="3" name="Espace réservé du contenu 2">
            <a:extLst>
              <a:ext uri="{FF2B5EF4-FFF2-40B4-BE49-F238E27FC236}">
                <a16:creationId xmlns:a16="http://schemas.microsoft.com/office/drawing/2014/main" id="{9F0C86A0-4494-40C3-AE7F-24CA114B9FF3}"/>
              </a:ext>
            </a:extLst>
          </p:cNvPr>
          <p:cNvSpPr>
            <a:spLocks noGrp="1"/>
          </p:cNvSpPr>
          <p:nvPr>
            <p:ph idx="1"/>
          </p:nvPr>
        </p:nvSpPr>
        <p:spPr/>
        <p:txBody>
          <a:bodyPr/>
          <a:lstStyle/>
          <a:p>
            <a:r>
              <a:rPr lang="fr-FR"/>
              <a:t>Nam et porerovides ipsam</a:t>
            </a:r>
          </a:p>
        </p:txBody>
      </p:sp>
      <p:graphicFrame>
        <p:nvGraphicFramePr>
          <p:cNvPr id="5" name="Tableau 4">
            <a:extLst>
              <a:ext uri="{FF2B5EF4-FFF2-40B4-BE49-F238E27FC236}">
                <a16:creationId xmlns:a16="http://schemas.microsoft.com/office/drawing/2014/main" id="{E0B6C408-5E3E-4E93-A856-057D8B82CFA2}"/>
              </a:ext>
            </a:extLst>
          </p:cNvPr>
          <p:cNvGraphicFramePr>
            <a:graphicFrameLocks noGrp="1"/>
          </p:cNvGraphicFramePr>
          <p:nvPr>
            <p:extLst>
              <p:ext uri="{D42A27DB-BD31-4B8C-83A1-F6EECF244321}">
                <p14:modId xmlns:p14="http://schemas.microsoft.com/office/powerpoint/2010/main" val="2653304476"/>
              </p:ext>
            </p:extLst>
          </p:nvPr>
        </p:nvGraphicFramePr>
        <p:xfrm>
          <a:off x="2383653" y="2106294"/>
          <a:ext cx="7775215" cy="3508959"/>
        </p:xfrm>
        <a:graphic>
          <a:graphicData uri="http://schemas.openxmlformats.org/drawingml/2006/table">
            <a:tbl>
              <a:tblPr firstRow="1" bandRow="1">
                <a:tableStyleId>{B301B821-A1FF-4177-AEE7-76D212191A09}</a:tableStyleId>
              </a:tblPr>
              <a:tblGrid>
                <a:gridCol w="277200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1044000">
                  <a:extLst>
                    <a:ext uri="{9D8B030D-6E8A-4147-A177-3AD203B41FA5}">
                      <a16:colId xmlns:a16="http://schemas.microsoft.com/office/drawing/2014/main" val="20002"/>
                    </a:ext>
                  </a:extLst>
                </a:gridCol>
                <a:gridCol w="2915215">
                  <a:extLst>
                    <a:ext uri="{9D8B030D-6E8A-4147-A177-3AD203B41FA5}">
                      <a16:colId xmlns:a16="http://schemas.microsoft.com/office/drawing/2014/main" val="20003"/>
                    </a:ext>
                  </a:extLst>
                </a:gridCol>
              </a:tblGrid>
              <a:tr h="552108">
                <a:tc>
                  <a:txBody>
                    <a:body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dirty="0">
                        <a:ln>
                          <a:noFill/>
                        </a:ln>
                        <a:solidFill>
                          <a:schemeClr val="bg1"/>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u="none" strike="noStrike" cap="none" normalizeH="0" baseline="0">
                          <a:ln>
                            <a:noFill/>
                          </a:ln>
                          <a:solidFill>
                            <a:schemeClr val="bg1"/>
                          </a:solidFill>
                          <a:effectLst/>
                        </a:rPr>
                        <a:t>Duis </a:t>
                      </a:r>
                      <a:r>
                        <a:rPr kumimoji="0" lang="fr-FR" sz="1200" b="1" u="none" strike="noStrike" cap="none" normalizeH="0" baseline="0">
                          <a:ln>
                            <a:noFill/>
                          </a:ln>
                          <a:solidFill>
                            <a:schemeClr val="bg1"/>
                          </a:solidFill>
                          <a:effectLst/>
                        </a:rPr>
                        <a:t>(%)</a:t>
                      </a:r>
                      <a:endParaRPr kumimoji="0" lang="fr-FR" sz="1200" b="1" i="0" u="none" strike="noStrike" cap="none" normalizeH="0" baseline="0" dirty="0">
                        <a:ln>
                          <a:noFill/>
                        </a:ln>
                        <a:solidFill>
                          <a:schemeClr val="bg1"/>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u="none" strike="noStrike" cap="none" normalizeH="0" baseline="0">
                          <a:ln>
                            <a:noFill/>
                          </a:ln>
                          <a:solidFill>
                            <a:schemeClr val="bg1"/>
                          </a:solidFill>
                          <a:effectLst/>
                        </a:rPr>
                        <a:t>Duis </a:t>
                      </a:r>
                      <a:r>
                        <a:rPr kumimoji="0" lang="fr-FR" sz="1200" b="1" u="none" strike="noStrike" cap="none" normalizeH="0" baseline="0">
                          <a:ln>
                            <a:noFill/>
                          </a:ln>
                          <a:solidFill>
                            <a:schemeClr val="bg1"/>
                          </a:solidFill>
                          <a:effectLst/>
                        </a:rPr>
                        <a:t>(%)</a:t>
                      </a:r>
                      <a:endParaRPr kumimoji="0" lang="fr-FR" sz="1200" b="1" i="0" u="none" strike="noStrike" cap="none" normalizeH="0" baseline="0" dirty="0">
                        <a:ln>
                          <a:noFill/>
                        </a:ln>
                        <a:solidFill>
                          <a:schemeClr val="bg1"/>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400" b="1" u="none" strike="noStrike" cap="none" normalizeH="0" baseline="0" noProof="1">
                          <a:ln>
                            <a:noFill/>
                          </a:ln>
                          <a:solidFill>
                            <a:schemeClr val="bg1"/>
                          </a:solidFill>
                          <a:effectLst/>
                        </a:rPr>
                        <a:t>Lorem ipsum dolor sit amet </a:t>
                      </a:r>
                      <a:endParaRPr kumimoji="0" lang="fr-FR" sz="1800" b="1" i="0" u="none" strike="noStrike" cap="none" normalizeH="0" baseline="0" dirty="0">
                        <a:ln>
                          <a:noFill/>
                        </a:ln>
                        <a:solidFill>
                          <a:schemeClr val="bg1"/>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0"/>
                  </a:ext>
                </a:extLst>
              </a:tr>
              <a:tr h="717741">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noProof="1">
                          <a:ln>
                            <a:noFill/>
                          </a:ln>
                          <a:solidFill>
                            <a:schemeClr val="tx1">
                              <a:lumMod val="85000"/>
                              <a:lumOff val="15000"/>
                            </a:schemeClr>
                          </a:solidFill>
                          <a:effectLst/>
                        </a:rPr>
                        <a:t>Aliquam euismod libero eu enim</a:t>
                      </a:r>
                      <a:endParaRPr kumimoji="0" lang="fr-FR" sz="2800" b="1" i="0" u="none" strike="noStrike" cap="none" normalizeH="0" baseline="0" dirty="0">
                        <a:ln>
                          <a:noFill/>
                        </a:ln>
                        <a:solidFill>
                          <a:schemeClr val="tx1">
                            <a:lumMod val="85000"/>
                            <a:lumOff val="15000"/>
                          </a:schemeClr>
                        </a:solidFill>
                        <a:effectLst/>
                        <a:latin typeface="+mn-lt"/>
                        <a:cs typeface="Arial" pitchFamily="34" charset="0"/>
                      </a:endParaRPr>
                    </a:p>
                  </a:txBody>
                  <a:tcPr marL="14400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56,4</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56,4</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Duis arcu massa, scelerisque vitae,</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consequat in, pretium a, enim.</a:t>
                      </a:r>
                    </a:p>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Pellentesque congue</a:t>
                      </a:r>
                      <a:endParaRPr kumimoji="0" lang="fr-FR" sz="2800" b="0"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1"/>
                  </a:ext>
                </a:extLst>
              </a:tr>
              <a:tr h="44782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noProof="1">
                          <a:ln>
                            <a:noFill/>
                          </a:ln>
                          <a:solidFill>
                            <a:schemeClr val="tx1">
                              <a:lumMod val="85000"/>
                              <a:lumOff val="15000"/>
                            </a:schemeClr>
                          </a:solidFill>
                          <a:effectLst/>
                        </a:rPr>
                        <a:t>Pellentesque</a:t>
                      </a:r>
                      <a:endParaRPr kumimoji="0" lang="fr-FR" sz="2800" b="1" i="0" u="none" strike="noStrike" cap="none" normalizeH="0" baseline="0" dirty="0">
                        <a:ln>
                          <a:noFill/>
                        </a:ln>
                        <a:solidFill>
                          <a:schemeClr val="tx1">
                            <a:lumMod val="85000"/>
                            <a:lumOff val="15000"/>
                          </a:schemeClr>
                        </a:solidFill>
                        <a:effectLst/>
                        <a:latin typeface="+mn-lt"/>
                        <a:cs typeface="Arial" pitchFamily="34" charset="0"/>
                      </a:endParaRPr>
                    </a:p>
                  </a:txBody>
                  <a:tcPr marL="14400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22,3</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22,3</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Nulla et sapien</a:t>
                      </a:r>
                      <a:endParaRPr kumimoji="0" lang="fr-FR" sz="2800" b="0"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2"/>
                  </a:ext>
                </a:extLst>
              </a:tr>
              <a:tr h="44782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noProof="1">
                          <a:ln>
                            <a:noFill/>
                          </a:ln>
                          <a:solidFill>
                            <a:schemeClr val="tx1">
                              <a:lumMod val="85000"/>
                              <a:lumOff val="15000"/>
                            </a:schemeClr>
                          </a:solidFill>
                          <a:effectLst/>
                        </a:rPr>
                        <a:t>Scelerisque vitae</a:t>
                      </a:r>
                      <a:endParaRPr kumimoji="0" lang="fr-FR" sz="2800" b="1" i="0" u="none" strike="noStrike" cap="none" normalizeH="0" baseline="0" dirty="0">
                        <a:ln>
                          <a:noFill/>
                        </a:ln>
                        <a:solidFill>
                          <a:schemeClr val="tx1">
                            <a:lumMod val="85000"/>
                            <a:lumOff val="15000"/>
                          </a:schemeClr>
                        </a:solidFill>
                        <a:effectLst/>
                        <a:latin typeface="+mn-lt"/>
                        <a:cs typeface="Arial" pitchFamily="34" charset="0"/>
                      </a:endParaRPr>
                    </a:p>
                  </a:txBody>
                  <a:tcPr marL="14400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8,5</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8,5</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Pellentesque rhoncus nunc et augue</a:t>
                      </a:r>
                      <a:endParaRPr kumimoji="0" lang="fr-FR" sz="2800" b="0"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3"/>
                  </a:ext>
                </a:extLst>
              </a:tr>
              <a:tr h="44782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noProof="1">
                          <a:ln>
                            <a:noFill/>
                          </a:ln>
                          <a:solidFill>
                            <a:schemeClr val="tx1">
                              <a:lumMod val="85000"/>
                              <a:lumOff val="15000"/>
                            </a:schemeClr>
                          </a:solidFill>
                          <a:effectLst/>
                        </a:rPr>
                        <a:t>Proin feugiat</a:t>
                      </a:r>
                      <a:endParaRPr kumimoji="0" lang="fr-FR" sz="2800" b="1" i="0" u="none" strike="noStrike" cap="none" normalizeH="0" baseline="0" dirty="0">
                        <a:ln>
                          <a:noFill/>
                        </a:ln>
                        <a:solidFill>
                          <a:schemeClr val="tx1">
                            <a:lumMod val="85000"/>
                            <a:lumOff val="15000"/>
                          </a:schemeClr>
                        </a:solidFill>
                        <a:effectLst/>
                        <a:latin typeface="+mn-lt"/>
                        <a:cs typeface="Arial" pitchFamily="34" charset="0"/>
                      </a:endParaRPr>
                    </a:p>
                  </a:txBody>
                  <a:tcPr marL="14400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72,5</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72,5</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felis magna fermentum augue</a:t>
                      </a:r>
                      <a:endParaRPr kumimoji="0" lang="fr-FR" sz="2800" b="0"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4"/>
                  </a:ext>
                </a:extLst>
              </a:tr>
              <a:tr h="44782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noProof="1">
                          <a:ln>
                            <a:noFill/>
                          </a:ln>
                          <a:solidFill>
                            <a:schemeClr val="tx1">
                              <a:lumMod val="85000"/>
                              <a:lumOff val="15000"/>
                            </a:schemeClr>
                          </a:solidFill>
                          <a:effectLst/>
                        </a:rPr>
                        <a:t>Maecenas adipiscing</a:t>
                      </a:r>
                      <a:endParaRPr kumimoji="0" lang="fr-FR" sz="2800" b="1" i="0" u="none" strike="noStrike" cap="none" normalizeH="0" baseline="0" dirty="0">
                        <a:ln>
                          <a:noFill/>
                        </a:ln>
                        <a:solidFill>
                          <a:schemeClr val="tx1">
                            <a:lumMod val="85000"/>
                            <a:lumOff val="15000"/>
                          </a:schemeClr>
                        </a:solidFill>
                        <a:effectLst/>
                        <a:latin typeface="+mn-lt"/>
                        <a:cs typeface="Arial" pitchFamily="34" charset="0"/>
                      </a:endParaRPr>
                    </a:p>
                  </a:txBody>
                  <a:tcPr marL="14400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6,3</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6,3</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Curabitur aliquet pellentesque diam</a:t>
                      </a:r>
                      <a:endParaRPr kumimoji="0" lang="fr-FR" sz="2800" b="0"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5"/>
                  </a:ext>
                </a:extLst>
              </a:tr>
              <a:tr h="44782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noProof="1">
                          <a:ln>
                            <a:noFill/>
                          </a:ln>
                          <a:solidFill>
                            <a:schemeClr val="tx1">
                              <a:lumMod val="85000"/>
                              <a:lumOff val="15000"/>
                            </a:schemeClr>
                          </a:solidFill>
                          <a:effectLst/>
                        </a:rPr>
                        <a:t>Praesent egestas leo in pede</a:t>
                      </a:r>
                      <a:endParaRPr kumimoji="0" lang="fr-FR" sz="2800" b="1" i="0" u="none" strike="noStrike" cap="none" normalizeH="0" baseline="0" dirty="0">
                        <a:ln>
                          <a:noFill/>
                        </a:ln>
                        <a:solidFill>
                          <a:schemeClr val="tx1">
                            <a:lumMod val="85000"/>
                            <a:lumOff val="15000"/>
                          </a:schemeClr>
                        </a:solidFill>
                        <a:effectLst/>
                        <a:latin typeface="+mn-lt"/>
                        <a:cs typeface="Arial" pitchFamily="34" charset="0"/>
                      </a:endParaRPr>
                    </a:p>
                  </a:txBody>
                  <a:tcPr marL="14400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17,3</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b="1" u="none" strike="noStrike" cap="none" normalizeH="0" baseline="0" dirty="0">
                          <a:ln>
                            <a:noFill/>
                          </a:ln>
                          <a:solidFill>
                            <a:schemeClr val="tx2"/>
                          </a:solidFill>
                          <a:effectLst/>
                        </a:rPr>
                        <a:t>17,3</a:t>
                      </a:r>
                      <a:endParaRPr kumimoji="0" lang="fr-FR" sz="1200" b="1"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sz="1200" u="none" strike="noStrike" cap="none" normalizeH="0" baseline="0" noProof="1">
                          <a:ln>
                            <a:noFill/>
                          </a:ln>
                          <a:solidFill>
                            <a:schemeClr val="tx2"/>
                          </a:solidFill>
                          <a:effectLst/>
                        </a:rPr>
                        <a:t>Ut in risus volutpat libero pharetra</a:t>
                      </a:r>
                      <a:endParaRPr kumimoji="0" lang="fr-FR" sz="2800" b="0" i="0" u="none" strike="noStrike" cap="none" normalizeH="0" baseline="0" dirty="0">
                        <a:ln>
                          <a:noFill/>
                        </a:ln>
                        <a:solidFill>
                          <a:schemeClr val="tx2"/>
                        </a:solidFill>
                        <a:effectLst/>
                        <a:latin typeface="+mn-lt"/>
                        <a:cs typeface="Arial" pitchFamily="34" charset="0"/>
                      </a:endParaRPr>
                    </a:p>
                  </a:txBody>
                  <a:tcPr marL="91441" marR="91441" marT="45724" marB="45724" anchor="ct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52830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AFEAAB2-A103-2CE0-3B70-AA7E7E17BFD0}"/>
              </a:ext>
            </a:extLst>
          </p:cNvPr>
          <p:cNvSpPr>
            <a:spLocks noGrp="1"/>
          </p:cNvSpPr>
          <p:nvPr>
            <p:ph idx="1"/>
          </p:nvPr>
        </p:nvSpPr>
        <p:spPr>
          <a:xfrm>
            <a:off x="4872446" y="2011690"/>
            <a:ext cx="6454415" cy="2834622"/>
          </a:xfrm>
        </p:spPr>
        <p:txBody>
          <a:bodyPr/>
          <a:lstStyle/>
          <a:p>
            <a:pPr marL="0" indent="0">
              <a:buNone/>
            </a:pPr>
            <a:r>
              <a:rPr lang="fr-FR" b="1">
                <a:solidFill>
                  <a:schemeClr val="accent2"/>
                </a:solidFill>
              </a:rPr>
              <a:t>Icaecturitis alicae. </a:t>
            </a:r>
            <a:r>
              <a:rPr lang="fr-FR"/>
              <a:t>Natque quam, coressit eosa ndita venditi istiusdament haribus molecus provit dolorest, autecea am facias doluptiatam fugiatibea pos et omnisitis con pore molorib usdae. </a:t>
            </a:r>
            <a:r>
              <a:rPr lang="fr-FR" b="1">
                <a:solidFill>
                  <a:schemeClr val="accent2"/>
                </a:solidFill>
              </a:rPr>
              <a:t>Ehenis reriam am ratecte </a:t>
            </a:r>
            <a:r>
              <a:rPr lang="fr-FR"/>
              <a:t>volore naturemIquae expe am consed quam eos rerciam eum, officie ndendios venis quat rehenis dempori buscil inctora deror alignihilit laborem verumquis sed maiosanda im cones ipsanimodio bea int hario. Itaturepro is ute velendictet rerument que perum fugia sit velicil et moluptam utet qui </a:t>
            </a:r>
            <a:r>
              <a:rPr lang="fr-FR" b="1">
                <a:solidFill>
                  <a:schemeClr val="accent2"/>
                </a:solidFill>
              </a:rPr>
              <a:t>delluptaerum reped mil </a:t>
            </a:r>
            <a:r>
              <a:rPr lang="fr-FR"/>
              <a:t>id estia di apera consequid quam ad ulluptio. Nequaepellab ipit</a:t>
            </a:r>
          </a:p>
        </p:txBody>
      </p:sp>
      <p:sp>
        <p:nvSpPr>
          <p:cNvPr id="5" name="Titre 4">
            <a:extLst>
              <a:ext uri="{FF2B5EF4-FFF2-40B4-BE49-F238E27FC236}">
                <a16:creationId xmlns:a16="http://schemas.microsoft.com/office/drawing/2014/main" id="{53FB0A06-7308-9292-8770-21B060CCE107}"/>
              </a:ext>
            </a:extLst>
          </p:cNvPr>
          <p:cNvSpPr>
            <a:spLocks noGrp="1"/>
          </p:cNvSpPr>
          <p:nvPr>
            <p:ph type="title"/>
          </p:nvPr>
        </p:nvSpPr>
        <p:spPr>
          <a:xfrm>
            <a:off x="183949" y="1205901"/>
            <a:ext cx="3709852" cy="978729"/>
          </a:xfrm>
        </p:spPr>
        <p:txBody>
          <a:bodyPr/>
          <a:lstStyle/>
          <a:p>
            <a:r>
              <a:rPr lang="fr-FR"/>
              <a:t>Ipsanimodio</a:t>
            </a:r>
            <a:br>
              <a:rPr lang="fr-FR"/>
            </a:br>
            <a:r>
              <a:rPr lang="fr-FR"/>
              <a:t>BEA INT HARIO</a:t>
            </a:r>
          </a:p>
        </p:txBody>
      </p:sp>
    </p:spTree>
    <p:extLst>
      <p:ext uri="{BB962C8B-B14F-4D97-AF65-F5344CB8AC3E}">
        <p14:creationId xmlns:p14="http://schemas.microsoft.com/office/powerpoint/2010/main" val="4251777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1FCDE63-0555-4B40-E492-5020C8D01452}"/>
              </a:ext>
            </a:extLst>
          </p:cNvPr>
          <p:cNvSpPr>
            <a:spLocks noGrp="1"/>
          </p:cNvSpPr>
          <p:nvPr>
            <p:ph sz="half" idx="1"/>
          </p:nvPr>
        </p:nvSpPr>
        <p:spPr>
          <a:xfrm>
            <a:off x="504000" y="1512000"/>
            <a:ext cx="5400000" cy="3594830"/>
          </a:xfrm>
        </p:spPr>
        <p:txBody>
          <a:bodyPr/>
          <a:lstStyle/>
          <a:p>
            <a:r>
              <a:rPr lang="fr-FR"/>
              <a:t>Icaecturitis alicae. Natque quam, coressit eosa ndita venditi istiusdament haribus molecus provit dolorest, autecea am facias doluptiatam fugiatibea</a:t>
            </a:r>
          </a:p>
          <a:p>
            <a:r>
              <a:rPr lang="fr-FR"/>
              <a:t>Pos et omnisitis con pore molorib usdae. Ehenis reriam am ratecte volore naturemiquae expe am consed quam eos rerciam eum,</a:t>
            </a:r>
          </a:p>
          <a:p>
            <a:pPr lvl="1"/>
            <a:r>
              <a:rPr lang="fr-FR"/>
              <a:t>Officie ndendios venis quat</a:t>
            </a:r>
          </a:p>
          <a:p>
            <a:pPr lvl="1"/>
            <a:r>
              <a:rPr lang="fr-FR"/>
              <a:t>Rehenis dempori buscil inctora deror alignihilit laborem verumquis sed maiosanda im cônes</a:t>
            </a:r>
          </a:p>
          <a:p>
            <a:pPr lvl="1"/>
            <a:r>
              <a:rPr lang="fr-FR"/>
              <a:t>Ipsanimodio bea int hario. Itaturepro is ute velendictet rerument que perum fugia</a:t>
            </a:r>
          </a:p>
          <a:p>
            <a:r>
              <a:rPr lang="fr-FR"/>
              <a:t>Sit velicil et moluptam utet qui delluptaerum reped mil id estia di apera consequid quam ad ulluptio. Nequaepellab ipit</a:t>
            </a:r>
          </a:p>
        </p:txBody>
      </p:sp>
      <p:sp>
        <p:nvSpPr>
          <p:cNvPr id="3" name="Espace réservé du contenu 2">
            <a:extLst>
              <a:ext uri="{FF2B5EF4-FFF2-40B4-BE49-F238E27FC236}">
                <a16:creationId xmlns:a16="http://schemas.microsoft.com/office/drawing/2014/main" id="{68838C2C-A0F9-B566-5677-2FBA6B36E942}"/>
              </a:ext>
            </a:extLst>
          </p:cNvPr>
          <p:cNvSpPr>
            <a:spLocks noGrp="1"/>
          </p:cNvSpPr>
          <p:nvPr>
            <p:ph sz="half" idx="2"/>
          </p:nvPr>
        </p:nvSpPr>
        <p:spPr>
          <a:xfrm>
            <a:off x="6336000" y="1512000"/>
            <a:ext cx="5400000" cy="3594830"/>
          </a:xfrm>
        </p:spPr>
        <p:txBody>
          <a:bodyPr/>
          <a:lstStyle/>
          <a:p>
            <a:r>
              <a:rPr lang="fr-FR"/>
              <a:t>Icaecturitis alicae. Natque quam, coressit eosa ndita venditi istiusdament haribus molecus provit dolorest, autecea am facias doluptiatam fugiatibea</a:t>
            </a:r>
          </a:p>
          <a:p>
            <a:r>
              <a:rPr lang="fr-FR"/>
              <a:t>Pos et omnisitis con pore molorib usdae. Ehenis reriam am ratecte volore naturemiquae expe am consed quam eos rerciam eum,</a:t>
            </a:r>
          </a:p>
          <a:p>
            <a:pPr lvl="1"/>
            <a:r>
              <a:rPr lang="fr-FR"/>
              <a:t>Officie ndendios venis quat</a:t>
            </a:r>
          </a:p>
          <a:p>
            <a:pPr lvl="1"/>
            <a:r>
              <a:rPr lang="fr-FR"/>
              <a:t>Rehenis dempori buscil inctora deror alignihilit laborem verumquis sed maiosanda im cônes</a:t>
            </a:r>
          </a:p>
          <a:p>
            <a:pPr lvl="1"/>
            <a:r>
              <a:rPr lang="fr-FR"/>
              <a:t>Ipsanimodio bea int hario. Itaturepro is ute velendictet rerument que perum fugia</a:t>
            </a:r>
          </a:p>
          <a:p>
            <a:r>
              <a:rPr lang="fr-FR"/>
              <a:t>Sit velicil et moluptam utet qui delluptaerum reped mil id estia di apera consequid quam ad ulluptio. Nequaepellab ipit</a:t>
            </a:r>
          </a:p>
        </p:txBody>
      </p:sp>
      <p:sp>
        <p:nvSpPr>
          <p:cNvPr id="4" name="Titre 3">
            <a:extLst>
              <a:ext uri="{FF2B5EF4-FFF2-40B4-BE49-F238E27FC236}">
                <a16:creationId xmlns:a16="http://schemas.microsoft.com/office/drawing/2014/main" id="{B50EA93B-5C0F-8819-246F-897F3BC5AECE}"/>
              </a:ext>
            </a:extLst>
          </p:cNvPr>
          <p:cNvSpPr>
            <a:spLocks noGrp="1"/>
          </p:cNvSpPr>
          <p:nvPr>
            <p:ph type="title"/>
          </p:nvPr>
        </p:nvSpPr>
        <p:spPr>
          <a:xfrm>
            <a:off x="504000" y="431880"/>
            <a:ext cx="8280000" cy="424732"/>
          </a:xfrm>
        </p:spPr>
        <p:txBody>
          <a:bodyPr/>
          <a:lstStyle/>
          <a:p>
            <a:r>
              <a:rPr lang="fr-FR"/>
              <a:t>Ipsanimodio bea int hario</a:t>
            </a:r>
          </a:p>
        </p:txBody>
      </p:sp>
    </p:spTree>
    <p:extLst>
      <p:ext uri="{BB962C8B-B14F-4D97-AF65-F5344CB8AC3E}">
        <p14:creationId xmlns:p14="http://schemas.microsoft.com/office/powerpoint/2010/main" val="32081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pour une image  1">
            <a:extLst>
              <a:ext uri="{FF2B5EF4-FFF2-40B4-BE49-F238E27FC236}">
                <a16:creationId xmlns:a16="http://schemas.microsoft.com/office/drawing/2014/main" id="{BBFFB5CC-E2AE-D9DE-F5DC-5AAF1283E367}"/>
              </a:ext>
            </a:extLst>
          </p:cNvPr>
          <p:cNvSpPr>
            <a:spLocks noGrp="1"/>
          </p:cNvSpPr>
          <p:nvPr>
            <p:ph type="pic" sz="quarter" idx="16"/>
          </p:nvPr>
        </p:nvSpPr>
        <p:spPr/>
      </p:sp>
      <p:sp>
        <p:nvSpPr>
          <p:cNvPr id="3" name="Espace réservé du texte 2">
            <a:extLst>
              <a:ext uri="{FF2B5EF4-FFF2-40B4-BE49-F238E27FC236}">
                <a16:creationId xmlns:a16="http://schemas.microsoft.com/office/drawing/2014/main" id="{4589D9BE-47ED-4E5D-694B-C64256E69C08}"/>
              </a:ext>
            </a:extLst>
          </p:cNvPr>
          <p:cNvSpPr>
            <a:spLocks noGrp="1"/>
          </p:cNvSpPr>
          <p:nvPr>
            <p:ph type="body" sz="quarter" idx="17"/>
          </p:nvPr>
        </p:nvSpPr>
        <p:spPr/>
        <p:txBody>
          <a:bodyPr/>
          <a:lstStyle/>
          <a:p>
            <a:endParaRPr lang="fr-FR"/>
          </a:p>
        </p:txBody>
      </p:sp>
      <p:sp>
        <p:nvSpPr>
          <p:cNvPr id="4" name="Titre 3">
            <a:extLst>
              <a:ext uri="{FF2B5EF4-FFF2-40B4-BE49-F238E27FC236}">
                <a16:creationId xmlns:a16="http://schemas.microsoft.com/office/drawing/2014/main" id="{314742B6-EC8F-A4AD-54B1-B68BD52BDB0E}"/>
              </a:ext>
            </a:extLst>
          </p:cNvPr>
          <p:cNvSpPr>
            <a:spLocks noGrp="1"/>
          </p:cNvSpPr>
          <p:nvPr>
            <p:ph type="title"/>
          </p:nvPr>
        </p:nvSpPr>
        <p:spPr>
          <a:xfrm>
            <a:off x="360000" y="431880"/>
            <a:ext cx="8469040" cy="424732"/>
          </a:xfrm>
        </p:spPr>
        <p:txBody>
          <a:bodyPr/>
          <a:lstStyle/>
          <a:p>
            <a:endParaRPr lang="fr-FR"/>
          </a:p>
        </p:txBody>
      </p:sp>
      <p:sp>
        <p:nvSpPr>
          <p:cNvPr id="5" name="Espace réservé pour une image  4">
            <a:extLst>
              <a:ext uri="{FF2B5EF4-FFF2-40B4-BE49-F238E27FC236}">
                <a16:creationId xmlns:a16="http://schemas.microsoft.com/office/drawing/2014/main" id="{3F380B34-5F61-53B0-BB20-CE90738915E6}"/>
              </a:ext>
            </a:extLst>
          </p:cNvPr>
          <p:cNvSpPr>
            <a:spLocks noGrp="1"/>
          </p:cNvSpPr>
          <p:nvPr>
            <p:ph type="pic" sz="quarter" idx="18"/>
          </p:nvPr>
        </p:nvSpPr>
        <p:spPr/>
      </p:sp>
      <p:sp>
        <p:nvSpPr>
          <p:cNvPr id="6" name="Espace réservé du texte 5">
            <a:extLst>
              <a:ext uri="{FF2B5EF4-FFF2-40B4-BE49-F238E27FC236}">
                <a16:creationId xmlns:a16="http://schemas.microsoft.com/office/drawing/2014/main" id="{AB69CE55-9785-FF45-12BB-81793E55E271}"/>
              </a:ext>
            </a:extLst>
          </p:cNvPr>
          <p:cNvSpPr>
            <a:spLocks noGrp="1"/>
          </p:cNvSpPr>
          <p:nvPr>
            <p:ph type="body" sz="quarter" idx="19"/>
          </p:nvPr>
        </p:nvSpPr>
        <p:spPr/>
        <p:txBody>
          <a:bodyPr/>
          <a:lstStyle/>
          <a:p>
            <a:endParaRPr lang="fr-FR"/>
          </a:p>
        </p:txBody>
      </p:sp>
      <p:sp>
        <p:nvSpPr>
          <p:cNvPr id="7" name="Espace réservé pour une image  6">
            <a:extLst>
              <a:ext uri="{FF2B5EF4-FFF2-40B4-BE49-F238E27FC236}">
                <a16:creationId xmlns:a16="http://schemas.microsoft.com/office/drawing/2014/main" id="{F68412E9-289A-47EF-158B-DE88F73CEE76}"/>
              </a:ext>
            </a:extLst>
          </p:cNvPr>
          <p:cNvSpPr>
            <a:spLocks noGrp="1"/>
          </p:cNvSpPr>
          <p:nvPr>
            <p:ph type="pic" sz="quarter" idx="20"/>
          </p:nvPr>
        </p:nvSpPr>
        <p:spPr/>
      </p:sp>
      <p:sp>
        <p:nvSpPr>
          <p:cNvPr id="8" name="Espace réservé du texte 7">
            <a:extLst>
              <a:ext uri="{FF2B5EF4-FFF2-40B4-BE49-F238E27FC236}">
                <a16:creationId xmlns:a16="http://schemas.microsoft.com/office/drawing/2014/main" id="{6D81915C-A227-BBE3-0E7F-9FEB0B674BED}"/>
              </a:ext>
            </a:extLst>
          </p:cNvPr>
          <p:cNvSpPr>
            <a:spLocks noGrp="1"/>
          </p:cNvSpPr>
          <p:nvPr>
            <p:ph type="body" sz="quarter" idx="21"/>
          </p:nvPr>
        </p:nvSpPr>
        <p:spPr/>
        <p:txBody>
          <a:bodyPr/>
          <a:lstStyle/>
          <a:p>
            <a:endParaRPr lang="fr-FR"/>
          </a:p>
        </p:txBody>
      </p:sp>
    </p:spTree>
    <p:extLst>
      <p:ext uri="{BB962C8B-B14F-4D97-AF65-F5344CB8AC3E}">
        <p14:creationId xmlns:p14="http://schemas.microsoft.com/office/powerpoint/2010/main" val="741830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23C6A8-B5FB-E36C-28A6-A9C33B11E748}"/>
              </a:ext>
            </a:extLst>
          </p:cNvPr>
          <p:cNvSpPr>
            <a:spLocks noGrp="1"/>
          </p:cNvSpPr>
          <p:nvPr>
            <p:ph type="title"/>
          </p:nvPr>
        </p:nvSpPr>
        <p:spPr/>
        <p:txBody>
          <a:bodyPr/>
          <a:lstStyle/>
          <a:p>
            <a:pPr algn="ctr"/>
            <a:r>
              <a:rPr lang="fr-FR"/>
              <a:t>MERCI</a:t>
            </a:r>
          </a:p>
        </p:txBody>
      </p:sp>
    </p:spTree>
    <p:extLst>
      <p:ext uri="{BB962C8B-B14F-4D97-AF65-F5344CB8AC3E}">
        <p14:creationId xmlns:p14="http://schemas.microsoft.com/office/powerpoint/2010/main" val="203890175"/>
      </p:ext>
    </p:extLst>
  </p:cSld>
  <p:clrMapOvr>
    <a:masterClrMapping/>
  </p:clrMapOvr>
</p:sld>
</file>

<file path=ppt/theme/theme1.xml><?xml version="1.0" encoding="utf-8"?>
<a:theme xmlns:a="http://schemas.openxmlformats.org/drawingml/2006/main" name="6_Thème Office">
  <a:themeElements>
    <a:clrScheme name="Fibclot">
      <a:dk1>
        <a:sysClr val="windowText" lastClr="000000"/>
      </a:dk1>
      <a:lt1>
        <a:sysClr val="window" lastClr="FFFFFF"/>
      </a:lt1>
      <a:dk2>
        <a:srgbClr val="4A4949"/>
      </a:dk2>
      <a:lt2>
        <a:srgbClr val="E7E6E6"/>
      </a:lt2>
      <a:accent1>
        <a:srgbClr val="7F9026"/>
      </a:accent1>
      <a:accent2>
        <a:srgbClr val="2DB7C2"/>
      </a:accent2>
      <a:accent3>
        <a:srgbClr val="CD1719"/>
      </a:accent3>
      <a:accent4>
        <a:srgbClr val="FA9D27"/>
      </a:accent4>
      <a:accent5>
        <a:srgbClr val="FFC81C"/>
      </a:accent5>
      <a:accent6>
        <a:srgbClr val="BF80A5"/>
      </a:accent6>
      <a:hlink>
        <a:srgbClr val="2DB7C2"/>
      </a:hlink>
      <a:folHlink>
        <a:srgbClr val="CD171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9050">
          <a:solidFill>
            <a:schemeClr val="accent1"/>
          </a:solidFill>
        </a:ln>
        <a:effectLst/>
      </a:spPr>
      <a:bodyPr rtlCol="0" anchor="ctr"/>
      <a:lstStyle>
        <a:defPPr algn="ctr">
          <a:defRPr>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smtClean="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FD83B9328A5045B0C92C6A668779A0" ma:contentTypeVersion="16" ma:contentTypeDescription="Crée un document." ma:contentTypeScope="" ma:versionID="ad21170bb24f57d46a665aa8b8de95bb">
  <xsd:schema xmlns:xsd="http://www.w3.org/2001/XMLSchema" xmlns:xs="http://www.w3.org/2001/XMLSchema" xmlns:p="http://schemas.microsoft.com/office/2006/metadata/properties" xmlns:ns2="f8a4e0bd-5ab5-40e4-bade-2d276dc45e39" xmlns:ns3="b73c6ae8-5db8-44f9-a564-c4782e4f7a8c" targetNamespace="http://schemas.microsoft.com/office/2006/metadata/properties" ma:root="true" ma:fieldsID="da344e1b7b1775ef7c194b1976009a14" ns2:_="" ns3:_="">
    <xsd:import namespace="f8a4e0bd-5ab5-40e4-bade-2d276dc45e39"/>
    <xsd:import namespace="b73c6ae8-5db8-44f9-a564-c4782e4f7a8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3:Tags"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a4e0bd-5ab5-40e4-bade-2d276dc45e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f3cd56c-c2c5-47c6-80d7-a62c1de32388"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73c6ae8-5db8-44f9-a564-c4782e4f7a8c" elementFormDefault="qualified">
    <xsd:import namespace="http://schemas.microsoft.com/office/2006/documentManagement/types"/>
    <xsd:import namespace="http://schemas.microsoft.com/office/infopath/2007/PartnerControls"/>
    <xsd:element name="SharedWithUsers" ma:index="14"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Partagé avec détails" ma:internalName="SharedWithDetails" ma:readOnly="true">
      <xsd:simpleType>
        <xsd:restriction base="dms:Note">
          <xsd:maxLength value="255"/>
        </xsd:restriction>
      </xsd:simpleType>
    </xsd:element>
    <xsd:element name="Tags" ma:index="17" nillable="true" ma:displayName="Tags" ma:list="{ae9a24d0-cca2-4d19-abde-11181827d51e}" ma:internalName="Tags" ma:readOnly="false" ma:showField="Title" ma:web="b73c6ae8-5db8-44f9-a564-c4782e4f7a8c">
      <xsd:complexType>
        <xsd:complexContent>
          <xsd:extension base="dms:MultiChoiceLookup">
            <xsd:sequence>
              <xsd:element name="Value" type="dms:Lookup" maxOccurs="unbounded" minOccurs="0" nillable="true"/>
            </xsd:sequence>
          </xsd:extension>
        </xsd:complexContent>
      </xsd:complexType>
    </xsd:element>
    <xsd:element name="TaxCatchAll" ma:index="25" nillable="true" ma:displayName="Taxonomy Catch All Column" ma:hidden="true" ma:list="{23e35a8a-09f6-4fe9-b92f-4753e925e0aa}" ma:internalName="TaxCatchAll" ma:showField="CatchAllData" ma:web="b73c6ae8-5db8-44f9-a564-c4782e4f7a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ma:index="16" ma:displayName="Commentaire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gs xmlns="b73c6ae8-5db8-44f9-a564-c4782e4f7a8c" xsi:nil="true"/>
    <TaxCatchAll xmlns="b73c6ae8-5db8-44f9-a564-c4782e4f7a8c" xsi:nil="true"/>
    <lcf76f155ced4ddcb4097134ff3c332f xmlns="f8a4e0bd-5ab5-40e4-bade-2d276dc45e3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7E0050-1FEA-4A2D-AEFC-6967C5DB64B6}">
  <ds:schemaRefs>
    <ds:schemaRef ds:uri="http://schemas.microsoft.com/office/2006/metadata/contentType"/>
    <ds:schemaRef ds:uri="http://schemas.microsoft.com/office/2006/metadata/properties/metaAttributes"/>
    <ds:schemaRef ds:uri="http://www.w3.org/2000/xmlns/"/>
    <ds:schemaRef ds:uri="http://www.w3.org/2001/XMLSchema"/>
    <ds:schemaRef ds:uri="f8a4e0bd-5ab5-40e4-bade-2d276dc45e39"/>
    <ds:schemaRef ds:uri="b73c6ae8-5db8-44f9-a564-c4782e4f7a8c"/>
  </ds:schemaRefs>
</ds:datastoreItem>
</file>

<file path=customXml/itemProps2.xml><?xml version="1.0" encoding="utf-8"?>
<ds:datastoreItem xmlns:ds="http://schemas.openxmlformats.org/officeDocument/2006/customXml" ds:itemID="{13A51894-E006-46AA-9910-8A44B4D47323}">
  <ds:schemaRefs>
    <ds:schemaRef ds:uri="http://schemas.microsoft.com/office/2006/metadata/properties"/>
    <ds:schemaRef ds:uri="http://www.w3.org/2000/xmlns/"/>
    <ds:schemaRef ds:uri="b73c6ae8-5db8-44f9-a564-c4782e4f7a8c"/>
    <ds:schemaRef ds:uri="http://www.w3.org/2001/XMLSchema-instance"/>
    <ds:schemaRef ds:uri="f8a4e0bd-5ab5-40e4-bade-2d276dc45e39"/>
    <ds:schemaRef ds:uri="http://schemas.microsoft.com/office/infopath/2007/PartnerControls"/>
  </ds:schemaRefs>
</ds:datastoreItem>
</file>

<file path=customXml/itemProps3.xml><?xml version="1.0" encoding="utf-8"?>
<ds:datastoreItem xmlns:ds="http://schemas.openxmlformats.org/officeDocument/2006/customXml" ds:itemID="{A93A8660-87E0-42BA-AB66-43CE614D13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414</TotalTime>
  <Words>876</Words>
  <Application>Microsoft Office PowerPoint</Application>
  <PresentationFormat>Grand écran</PresentationFormat>
  <Paragraphs>89</Paragraphs>
  <Slides>13</Slides>
  <Notes>0</Notes>
  <HiddenSlides>0</HiddenSlides>
  <MMClips>0</MMClips>
  <ScaleCrop>false</ScaleCrop>
  <HeadingPairs>
    <vt:vector size="4" baseType="variant">
      <vt:variant>
        <vt:lpstr>Thème</vt:lpstr>
      </vt:variant>
      <vt:variant>
        <vt:i4>1</vt:i4>
      </vt:variant>
      <vt:variant>
        <vt:lpstr>Titres des diapositives</vt:lpstr>
      </vt:variant>
      <vt:variant>
        <vt:i4>13</vt:i4>
      </vt:variant>
    </vt:vector>
  </HeadingPairs>
  <TitlesOfParts>
    <vt:vector size="14" baseType="lpstr">
      <vt:lpstr>6_Thème Office</vt:lpstr>
      <vt:lpstr>Présentation PowerPoint</vt:lpstr>
      <vt:lpstr>Titre de la présentation</vt:lpstr>
      <vt:lpstr>Sommaire</vt:lpstr>
      <vt:lpstr>Aceaquas sunt lab ius di dolupid emporepta commolo ribus acerum incta esciusape etur sim</vt:lpstr>
      <vt:lpstr>Aceaquas sunt lab ius di dolupid emporepta commolo ribus acerum incta esciusape etur sim</vt:lpstr>
      <vt:lpstr>Bistiis rerundi doluptiost exerrov idesequ</vt:lpstr>
      <vt:lpstr>Bistiis rerundi doluptiost exerrov idesequ</vt:lpstr>
      <vt:lpstr>Intertitre</vt:lpstr>
      <vt:lpstr>Bistiis rerundi doluptiost exerrov</vt:lpstr>
      <vt:lpstr>Ipsanimodio BEA INT HARIO</vt:lpstr>
      <vt:lpstr>Ipsanimodio bea int hario</vt:lpstr>
      <vt:lpstr>Présentation PowerPoint</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Maeder Andrea</dc:creator>
  <cp:lastModifiedBy>LASSAUGE Antoine</cp:lastModifiedBy>
  <cp:revision>14</cp:revision>
  <dcterms:created xsi:type="dcterms:W3CDTF">2023-06-28T09:24:59Z</dcterms:created>
  <dcterms:modified xsi:type="dcterms:W3CDTF">2026-01-31T09:07:05Z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0x0101009CFD83B9328A5045B0C92C6A668779A0</vt:lpwstr>
  </property>
</Properties>
</file>